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79031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fully-actuated unmanned aerial vehicle serves as the experimental platform to execute physical interaction tasks.</a:t>
            </a:r>
          </a:p>
          <a:p>
            <a:r>
              <a:t>[Sliding Bbox · SciMMIR_arch_diff_000000348 · frame_0003.png · 1.476s]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onboard force-torque sensor at the manipulator base provides direct force measurements at sixty hertz.</a:t>
            </a:r>
          </a:p>
          <a:p>
            <a:r>
              <a:t>[Sliding Bbox · SciMMIR_arch_diff_000000348 · frame_0007.png · 5.167s]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the end-effector tip, a GelSight vision-based tactile sensor captures optical tactile images at thirty hertz.</a:t>
            </a:r>
          </a:p>
          <a:p>
            <a:r>
              <a:t>[Sliding Bbox · SciMMIR_arch_diff_000000348 · frame_0011.png · 8.858s]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Optical flow tracks the motion of printed markers to capture the deformation of the elastomer gel pad.</a:t>
            </a:r>
          </a:p>
          <a:p>
            <a:r>
              <a:t>[Sliding Bbox · SciMMIR_arch_diff_000000348 · frame_0015.png · 12.554s]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k-nearest neighbors model then estimates the contact force directly from these marker displacement features.</a:t>
            </a:r>
          </a:p>
          <a:p>
            <a:r>
              <a:t>[Sliding Bbox · SciMMIR_arch_diff_000000348 · frame_0019.png · 16.246s]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Kalman filter fuses the force-torque sensor measurements and tactile estimates to obtain the measured contact force.</a:t>
            </a:r>
          </a:p>
          <a:p>
            <a:r>
              <a:t>[Sliding Bbox · SciMMIR_arch_diff_000000348 · frame_0023.png · 19.937s]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parallel, a ResNet-18 neural network processes the full tactile image to determine contact and recognize surface textures.</a:t>
            </a:r>
          </a:p>
          <a:p>
            <a:r>
              <a:t>[Sliding Bbox · SciMMIR_arch_diff_000000348 · frame_0027.png · 23.628s]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classification output identifies the contact texture and generates a discrete contact detection switching signal.</a:t>
            </a:r>
          </a:p>
          <a:p>
            <a:r>
              <a:t>[Sliding Bbox · SciMMIR_arch_diff_000000348 · frame_0031.png · 27.324s]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motion capture system provides high-rate position measurements at one hundred eighty hertz.</a:t>
            </a:r>
          </a:p>
          <a:p>
            <a:r>
              <a:t>[Sliding Bbox · SciMMIR_arch_diff_000000348 · frame_0035.png · 31.015s]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force controller computes the force tracking control effort using the fused contact force and reference force.</a:t>
            </a:r>
          </a:p>
          <a:p>
            <a:r>
              <a:t>[Sliding Bbox · SciMMIR_arch_diff_000000348 · frame_0039.png · 34.706s]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Simultaneously, a position controller calculates the motion control command based on reference and measured positions.</a:t>
            </a:r>
          </a:p>
          <a:p>
            <a:r>
              <a:t>[Sliding Bbox · SciMMIR_arch_diff_000000348 · frame_0043.png · 38.398s]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selection matrix dynamically blends the motion and force control commands based on the contact detection state.</a:t>
            </a:r>
          </a:p>
          <a:p>
            <a:r>
              <a:t>[Sliding Bbox · SciMMIR_arch_diff_000000348 · frame_0047.png · 42.091s]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the control allocation module maps the combined wrench command into individual rotor speeds for the fully-actuated vehicle.</a:t>
            </a:r>
          </a:p>
          <a:p>
            <a:r>
              <a:t>[Sliding Bbox · SciMMIR_arch_diff_000000348 · frame_0051.png · 45.785s]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AnimateBanana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Sliding Bbox — SciMMIR_arch_diff_000000348</dc:title>
  <dc:creator>AnimateBanana</dc:creator>
  <cp:lastModifiedBy>AnimateBanana</cp:lastModifiedBy>
</cp:coreProperties>
</file>