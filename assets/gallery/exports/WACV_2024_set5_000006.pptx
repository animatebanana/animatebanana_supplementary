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329184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framework begins with multi-view input images capturing the scene from multiple camera perspectives.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WACV_2024_set5_000006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dilated ResNet-18 backbone processes each camera view to extract downsampled two-dimensional feature representations.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WACV_2024_set5_000006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foreground selector module isolates meaningful semantic information, highlighting critical foreground regions.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WACV_2024_set5_000006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Through non-parametric three-dimensional feature pulling, projection and bilinear sampling map two-dimensional features into view-specific three-dimensional volumes.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WACV_2024_set5_000006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view-specific feature volumes are then fed into the maximal fusion module.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WACV_2024_set5_000006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Max pooling aggregates features across all views, which are concatenated with coordinate volumes and convolved to produce an aggregated three-dimensional feature volume.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WACV_2024_set5_000006 · frame_05.png · 3.00s]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Reducing the vertical dimension forms a coarse bird's-eye-view feature map, which is then refined by the large kernel refiner.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WACV_2024_set5_000006 · frame_06.png · 3.50s]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enhanced bird's-eye-view feature representation is subsequently passed through a final convolution layer.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WACV_2024_set5_000006 · frame_07.png · 4.00s]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network outputs the final predicted two-dimensional pedestrian occupancy map.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WACV_2024_set5_000006 · frame_08.png · 4.50s]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Finally, the predicted occupancy map is compared against the ground truth using a mean squared error loss.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[Progressive Reveal · WACV_2024_set5_000006 · frame_09.png · 5.00s]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Progressive Reveal — WACV_2024_set5_000006</dc:title>
  <dc:creator>AnimateBanana</dc:creator>
  <cp:lastModifiedBy>AnimateBanana</cp:lastModifiedBy>
</cp:coreProperties>
</file>