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238951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legend outlines the core modules, including SSFT, SFT, residual blocks, and convolutional layers.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WACV_2022_set5_000002 · frame_00.png · 0.50s]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pipeline begins with a blurred face image as input.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WACV_2022_set5_000002 · frame_01.png · 1.00s]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Within the deblurring stream, the input image enters the encoder through an initial convolution layer labeled E zero.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WACV_2022_set5_000002 · frame_02.png · 1.50s]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first encoder stage processes feature maps through residual blocks followed by a downsampling convolution.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WACV_2022_set5_000002 · frame_03.png · 2.00s]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second stage further extracts features and downsamples the spatial resolution.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WACV_2022_set5_000002 · frame_04.png · 2.50s]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encoder concludes at bottleneck stage E four to form compact feature representations.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WACV_2022_set5_000002 · frame_05.png · 3.00s]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Features from each intermediate encoder stage branch into the prior estimation stream via SSFT modules and residual blocks.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WACV_2022_set5_000002 · frame_06.png · 3.50s]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stream outputs multi-scale estimated priors labeled P-hat one, P-hat two, and P-hat three.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WACV_2022_set5_000002 · frame_07.png · 4.00s]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 the decoder, stage D three modulates bottleneck features with estimated prior P-hat three using an SFT module.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WACV_2022_set5_000002 · frame_08.png · 4.50s]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Decoder stage D two incorporates estimated prior P-hat two and continues upsampling.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WACV_2022_set5_000002 · frame_09.png · 5.00s]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Stage D one modulates with prior P-hat one, combining the decoded features with a skip connection from E zero.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WACV_2022_set5_000002 · frame_10.png · 5.50s]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final convolution block labeled D zero maps the merged representations.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WACV_2022_set5_000002 · frame_11.png · 6.00s]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generates the predicted deblurred image, presented alongside the target ground truth image.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WACV_2022_set5_000002 · frame_12.png · 6.50s]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fixed VGG Face model extracts multi-scale feature priors labeled P one, P two, and P three from the target image.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WACV_2022_set5_000002 · frame_13.png · 7.00s]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Prior loss supervises the estimated priors against target features, while pixel loss compares the predicted image to the ground truth.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WACV_2022_set5_000002 · frame_14.png · 7.50s]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Finally, a discriminator evaluates sets of estimated and real feature priors to compute the adversarial loss.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WACV_2022_set5_000002 · frame_15.png · 8.00s]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2389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2389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2389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2389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2389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2389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2389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2389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2389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2389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2389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2389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2389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2389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23895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2389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imateBanana">
  <a:themeElements>
    <a:clrScheme name="ab">
      <a:dk1>
        <a:sysClr val="windowText" lastClr="000000"/>
      </a:dk1>
      <a:lt1>
        <a:sysClr val="window" lastClr="FFFFFF"/>
      </a:lt1>
      <a:dk2>
        <a:srgbClr val="1B2838"/>
      </a:dk2>
      <a:lt2>
        <a:srgbClr val="F5F5F2"/>
      </a:lt2>
      <a:accent1>
        <a:srgbClr val="F2C14E"/>
      </a:accent1>
      <a:accent2>
        <a:srgbClr val="E8833A"/>
      </a:accent2>
      <a:accent3>
        <a:srgbClr val="4C9F70"/>
      </a:accent3>
      <a:accent4>
        <a:srgbClr val="3B7EA1"/>
      </a:accent4>
      <a:accent5>
        <a:srgbClr val="A14C7E"/>
      </a:accent5>
      <a:accent6>
        <a:srgbClr val="7E6BA1"/>
      </a:accent6>
      <a:hlink>
        <a:srgbClr val="3B7EA1"/>
      </a:hlink>
      <a:folHlink>
        <a:srgbClr val="7E6BA1"/>
      </a:folHlink>
    </a:clrScheme>
    <a:fontScheme name="ab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AnimateBanana</Application>
  <Slides>16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Progressive Reveal — WACV_2022_set5_000002</dc:title>
  <dc:creator>AnimateBanana</dc:creator>
  <cp:lastModifiedBy>AnimateBanana</cp:lastModifiedBy>
</cp:coreProperties>
</file>