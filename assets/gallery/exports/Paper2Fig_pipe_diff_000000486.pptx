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790334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pipeline begins with an input RGB image containing tabletop objects.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frame_00.png · 0.50s]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An off-the-shelf instance segmentation module detects class labels, bounding boxes, and object masks.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frame_01.png · 1.00s]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detected bounding box isolates the specific target object in the scene.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frame_02.png · 1.50s]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cropped image patch is then fed simultaneously into two parallel estimation branches.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frame_03.png · 2.00s]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Metric Scale Object Shape branch estimates the 3D metric geometry in camera coordinates.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frame_04.png · 2.50s]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generates a metric scale mesh aligned with the camera coordinate system.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frame_05.png · 3.00s]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predicted metric mesh is then projected onto the image plane via depth rendering.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frame_06.png · 3.50s]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produces a dense rendered depth map of the target object.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frame_07.png · 4.00s]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 parallel, the Normalized Object Coordinate Space branch processes the image patch.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frame_08.png · 4.50s]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It predicts a canonical coordinate map defined directly in the object reference frame.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frame_09.png · 5.00s]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similarity transformation aligns the rendered depth map with the predicted normalized coordinate map.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frame_10.png · 5.50s]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final output accurately determines the six-dimensional object pose and bounding box size.</a:t>
            </a:r>
          </a:p>
          <a:p>
            <a:endParaRPr lang="en-US"/>
          </a:p>
          <a:p>
            <a:r>
              <a:rPr lang="en-US" sz="900" i="1" dirty="0">
                <a:solidFill>
                  <a:srgbClr val="6B7280"/>
                </a:solidFill>
              </a:rPr>
              <a:t>[Colour Pop · Paper2Fig_pipe_diff_000000486 · frame_11.png · 6.00s]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ram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7903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imateBanana">
  <a:themeElements>
    <a:clrScheme name="ab">
      <a:dk1>
        <a:sysClr val="windowText" lastClr="000000"/>
      </a:dk1>
      <a:lt1>
        <a:sysClr val="window" lastClr="FFFFFF"/>
      </a:lt1>
      <a:dk2>
        <a:srgbClr val="1B2838"/>
      </a:dk2>
      <a:lt2>
        <a:srgbClr val="F5F5F2"/>
      </a:lt2>
      <a:accent1>
        <a:srgbClr val="F2C14E"/>
      </a:accent1>
      <a:accent2>
        <a:srgbClr val="E8833A"/>
      </a:accent2>
      <a:accent3>
        <a:srgbClr val="4C9F70"/>
      </a:accent3>
      <a:accent4>
        <a:srgbClr val="3B7EA1"/>
      </a:accent4>
      <a:accent5>
        <a:srgbClr val="A14C7E"/>
      </a:accent5>
      <a:accent6>
        <a:srgbClr val="7E6BA1"/>
      </a:accent6>
      <a:hlink>
        <a:srgbClr val="3B7EA1"/>
      </a:hlink>
      <a:folHlink>
        <a:srgbClr val="7E6BA1"/>
      </a:folHlink>
    </a:clrScheme>
    <a:fontScheme name="ab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AnimateBanana</Application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Colour Pop — Paper2Fig_pipe_diff_000000486</dc:title>
  <dc:creator>AnimateBanana</dc:creator>
  <cp:lastModifiedBy>AnimateBanana</cp:lastModifiedBy>
</cp:coreProperties>
</file>