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5973775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an input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image is first partitioned into a sequence of regular visual patches.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frame_01.png · 1.50s]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patches are passed into the hybrid encoder network.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frame_02.png · 2.50s]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convolutional encoder extracts low-level local features.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frame_03.png · 3.50s]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dedicated class token is prepended alongside spatial position encodings.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frame_04.png · 4.50s]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forms the initial full-length sequence of continuous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frame_05.png · 5.50s]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Self-attention layers with token merging progressively compress similar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frame_06.png · 6.50s]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global alignment module enriches the learned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frame_07.png · 7.50s]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class token is extracted from the encoder output.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frame_08.png · 8.50s]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is projected through a multi-layer perceptron head.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frame_09.png · 9.50s]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And aligned with target representations from a teacher model or ground truth labels.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frame_10.png · 10.50s]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parallel, the compressed visual tokens enter the token quantization module.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frame_11.png · 11.50s]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Positional indices of the merged tokens are retained.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frame_12.png · 12.50s]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continuous embedding representations are extracted.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frame_13.png · 13.50s]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Vector quantization discretizes each token into discrete codes.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frame_14.png · 14.50s]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yields a compact set of quantized semantic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frame_15.png · 15.50s]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During the generative stage, these discrete tokens drive image generation.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frame_16.png · 16.50s]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An autoregressive generation process starts with a start token.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frame_17.png · 17.50s]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causal decoder synthesizes tokens sequentially with key-value cache compression.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frame_18.png · 18.50s]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Predicting the compact sequence of quantized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frame_19.png · 19.50s]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Next, the source recovery module reconstructs full spatial context.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frame_20.png · 20.50s]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quantized tokens are supplied to the recovery cross-attention mechanism.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frame_21.png · 21.50s]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set of learnable recovery queries corresponds to all original spatial positions.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frame_22.png · 22.50s]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Cross-attention models the relationships between original positions and merged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frame_23.png · 23.50s]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predicts the source matrix to establish token assignments.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frame_24.png · 24.50s]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token unmerge operation uses these assignments to uncompress the tokens.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frame_25.png · 25.50s]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Restoring the full sequence length while preserving spatial fidelity.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frame_26.png · 26.50s]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restored sequence is then processed by the decoder.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frame_27.png · 27.50s]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Attention layers perform token dequantization and feature refinement.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frame_28.png · 28.50s]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Producing dense continuous feature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frame_29.png · 29.50s]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convolutional decoder maps features back to image space.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frame_30.png · 30.50s]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all patches are reconstructed, generating the final high-resolution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CVPR_2025_arch01761 · frame_31.png · 31.50s]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73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32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CVPR_2025_arch01761</dc:title>
  <dc:creator>AnimateBanana</dc:creator>
  <cp:lastModifiedBy>AnimateBanana</cp:lastModifiedBy>
</cp:coreProperties>
</file>