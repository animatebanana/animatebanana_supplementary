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590885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the blind time between active sensor frames where LiDAR and image data are unavailable, an asynchronous event camera captures continuous spatiotemporal measurements.</a:t>
            </a:r>
          </a:p>
          <a:p>
            <a:r>
              <a:t>[Alpha Masking · CVPR_2025_arch00938 · frame_00.png · 1.60s]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continuous event streams are converted into voxel grids and encoded into two-dimensional event feature representations.</a:t>
            </a:r>
          </a:p>
          <a:p>
            <a:r>
              <a:t>[Alpha Masking · CVPR_2025_arch00938 · frame_01.png · 4.80s]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initial active timestamp, synchronized camera images and LiDAR point clouds are collected by the region proposal network.</a:t>
            </a:r>
          </a:p>
          <a:p>
            <a:r>
              <a:t>[Alpha Masking · CVPR_2025_arch00938 · frame_02.png · 8.00s]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network extracts two-dimensional image features and constructs three-dimensional voxel feature grids.</a:t>
            </a:r>
          </a:p>
          <a:p>
            <a:r>
              <a:t>[Alpha Masking · CVPR_2025_arch00938 · frame_03.png · 11.20s]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Combining these multi-modal features generates initial three-dimensional bounding box proposals for the active timestamp.</a:t>
            </a:r>
          </a:p>
          <a:p>
            <a:r>
              <a:t>[Alpha Masking · CVPR_2025_arch00938 · frame_04.png · 14.40s]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Virtual 3D Event Fusion module, event features are projected into virtual 3D space and aligned with the initial bounding boxes and shared voxel features.</a:t>
            </a:r>
          </a:p>
          <a:p>
            <a:r>
              <a:t>[Alpha Masking · CVPR_2025_arch00938 · frame_05.png · 17.60s]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 of interest pooling is applied separately to virtual event and voxel features within each proposal to form fused region features.</a:t>
            </a:r>
          </a:p>
          <a:p>
            <a:r>
              <a:t>[Alpha Masking · CVPR_2025_arch00938 · frame_07.png · 19.20s]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blind time motion prediction, an implicit motion field is generated to estimate explicit motion vectors and a motion confidence score for each object.</a:t>
            </a:r>
          </a:p>
          <a:p>
            <a:r>
              <a:t>[Alpha Masking · CVPR_2025_arch00938 · frame_08.png · 24.00s]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Simultaneously, parallel proposal tracks derive their respective implicit motion fields and confidence metrics.</a:t>
            </a:r>
          </a:p>
          <a:p>
            <a:r>
              <a:t>[Alpha Masking · CVPR_2025_arch00938 · frame_09.png · 27.20s]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predicted spatial shifts and rotations update the bounding boxes, producing accurate 3D object detections at arbitrary inter-frame timestamps.</a:t>
            </a:r>
          </a:p>
          <a:p>
            <a:r>
              <a:t>[Alpha Masking · CVPR_2025_arch00938 · frame_10.png · 30.40s]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0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CVPR_2025_arch00938</dc:title>
  <dc:creator>AnimateBanana</dc:creator>
  <cp:lastModifiedBy>AnimateBanana</cp:lastModifiedBy>
</cp:coreProperties>
</file>