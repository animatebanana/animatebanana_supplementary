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1864644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diagram introduces key architectural conventions, including average aggregation, depthwise convolutions, and trainable scaling parameters.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the Swin-Transformer block, input features pass through layer normalization alongside an initial residual shortcut.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Normalized features enter the window and shifted-window multi-head self-attention module to capture spatial context.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attention outputs are then merged with the initial residual connection.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first Mona adapter layer processes the aggregated representation to enhance visual feature adaptation.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Features undergo a second layer normalization step before the feed-forward network, accompanied by another skip connection.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feed-forward layer then transforms the intermediate token representations.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feed-forward output is summed with its corresponding shortcut.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second Mona layer further refines the features before outputting the final representation of the Swin-Transformer block.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Inside the Mona layer, input features undergo layer normalization scaled by a trainable factor, while a parallel skip branch is scaled by a second factor.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scaled feature streams are combined at an addition node to regulate input distribution.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frame_10.png · 5.50s]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down projection layer reduces channel dimensionality before branching into multi-scale convolutional paths and residual shortcuts.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frame_11.png · 6.00s]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Three parallel depthwise convolutions with 3x3, 5x5, and 7x7 kernels extract multi-scale visual patterns.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frame_12.png · 6.50s]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Outputs from all three kernel branches are combined using an averaging operation.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frame_13.png · 7.00s]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averaged depthwise feature is added to the pre-convolution residual branch.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frame_14.png · 7.50s]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1x1 convolution aggregates point-wise channel features alongside an adjacent residual shortcut.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frame_15.png · 8.00s]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1x1 convolution output is summed with its shortcut connection.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frame_16.png · 8.50s]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GeLU activation function introduces non-linearity.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frame_17.png · 9.00s]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An up projection layer restores the original feature channel dimensions.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frame_18.png · 9.50s]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outer residual is added to yield the complete output of the Mona layer.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CVPR_2025_arch00012 · frame_19.png · 10.00s]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86464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20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CVPR_2025_arch00012</dc:title>
  <dc:creator>AnimateBanana</dc:creator>
  <cp:lastModifiedBy>AnimateBanana</cp:lastModifiedBy>
</cp:coreProperties>
</file>