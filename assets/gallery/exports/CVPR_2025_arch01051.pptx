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114775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reconstruction-based detection methods split the pipeline into two disconnected stages.</a:t>
            </a:r>
          </a:p>
          <a:p>
            <a:r>
              <a:t>[Alpha Masking · CVPR_2025_arch01051 · frame_00.png · 2.00s]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first stage, an input image is passed through a pre-trained diffusion model to produce a reconstructed image.</a:t>
            </a:r>
          </a:p>
          <a:p>
            <a:r>
              <a:t>[Alpha Masking · CVPR_2025_arch01051 · frame_01.png · 6.00s]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conceptual barrier isolates the two stages, passing frozen representations forward without joint optimization.</a:t>
            </a:r>
          </a:p>
          <a:p>
            <a:r>
              <a:t>[Alpha Masking · CVPR_2025_arch01051 · frame_02.png · 10.00s]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stage computes the absolute reconstruction error and trains a backend classifier to predict whether the image is real or generated.</a:t>
            </a:r>
          </a:p>
          <a:p>
            <a:r>
              <a:t>[Alpha Masking · CVPR_2025_arch01051 · frame_03.png · 14.00s]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Crucially, this existing architecture lacks direct interaction between the diffusion model and the downstream classifier.</a:t>
            </a:r>
          </a:p>
          <a:p>
            <a:r>
              <a:t>[Alpha Masking · CVPR_2025_arch01051 · frame_04.png · 18.00s]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contrast, the proposed framework unifies reconstruction and classification into an end-to-end training pipeline.</a:t>
            </a:r>
          </a:p>
          <a:p>
            <a:r>
              <a:t>[Alpha Masking · CVPR_2025_arch01051 · frame_05.png · 22.00s]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Frequency Mask Refinement module filters out difficult-to-reconstruct mid-band frequencies to produce a pseudo-generated image.</a:t>
            </a:r>
          </a:p>
          <a:p>
            <a:r>
              <a:t>[Alpha Masking · CVPR_2025_arch01051 · frame_06.png · 26.00s]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the original and pseudo-generated images are passed to the diffusion autoencoder for parallel reconstruction.</a:t>
            </a:r>
          </a:p>
          <a:p>
            <a:r>
              <a:t>[Alpha Masking · CVPR_2025_arch01051 · frame_07.png · 30.00s]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Absolute difference operations calculate distinct reconstruction error maps for both the original and pseudo-generated inputs.</a:t>
            </a:r>
          </a:p>
          <a:p>
            <a:r>
              <a:t>[Alpha Masking · CVPR_2025_arch01051 · frame_09.png · 32.00s]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dual reconstruction error maps are concatenated and fed into the classifier to make the final real or generated prediction.</a:t>
            </a:r>
          </a:p>
          <a:p>
            <a:r>
              <a:t>[Alpha Masking · CVPR_2025_arch01051 · frame_10.png · 38.00s]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integrated design ensures better alignment between artifact generation and artifact detection across the latent space.</a:t>
            </a:r>
          </a:p>
          <a:p>
            <a:r>
              <a:t>[Alpha Masking · CVPR_2025_arch01051 · frame_11.png · 42.00s]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775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CVPR_2025_arch01051</dc:title>
  <dc:creator>AnimateBanana</dc:creator>
  <cp:lastModifiedBy>AnimateBanana</cp:lastModifiedBy>
</cp:coreProperties>
</file>