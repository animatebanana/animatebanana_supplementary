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73150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ResCLIP pipeline integrates two core modules to achieve training-free dense vision-language inference.</a:t>
            </a:r>
          </a:p>
          <a:p>
            <a:r>
              <a:t>[Hopping Bbox · CVPR_2025_arch02361 · frame_00.png · 0.50s]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builds upon the foundational vision-language architecture of CLIP.</a:t>
            </a:r>
          </a:p>
          <a:p>
            <a:r>
              <a:t>[Hopping Bbox · CVPR_2025_arch02361 · frame_01.png · 1.50s]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input image is partitioned into patches and fed to the visual pipeline.</a:t>
            </a:r>
          </a:p>
          <a:p>
            <a:r>
              <a:t>[Hopping Bbox · CVPR_2025_arch02361 · frame_02.png · 2.50s]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Concurrently, text queries corresponding to target semantic categories are supplied.</a:t>
            </a:r>
          </a:p>
          <a:p>
            <a:r>
              <a:t>[Hopping Bbox · CVPR_2025_arch02361 · frame_03.png · 3.50s]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CLIP Visual Encoder extracts visual feature representations across multi-head self-attention layers.</a:t>
            </a:r>
          </a:p>
          <a:p>
            <a:r>
              <a:t>[Hopping Bbox · CVPR_2025_arch02361 · frame_04.png · 4.50s]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CLIP Text Encoder computes text embeddings to align with visual tokens.</a:t>
            </a:r>
          </a:p>
          <a:p>
            <a:r>
              <a:t>[Hopping Bbox · CVPR_2025_arch02361 · frame_05.png · 5.50s]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Residual Cross-correlation Self-attention module extracts attention across intermediate encoder layers.</a:t>
            </a:r>
          </a:p>
          <a:p>
            <a:r>
              <a:t>[Hopping Bbox · CVPR_2025_arch02361 · frame_06.png · 6.50s]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parallel, the Semantic Feedback Refinement module refines attention based on category regions.</a:t>
            </a:r>
          </a:p>
          <a:p>
            <a:r>
              <a:t>[Hopping Bbox · CVPR_2025_arch02361 · frame_07.png · 7.50s]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attention components are fused to remodel the attention in the final layer.</a:t>
            </a:r>
          </a:p>
          <a:p>
            <a:r>
              <a:t>[Hopping Bbox · CVPR_2025_arch02361 · frame_08.png · 8.50s]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Cosine similarity measures the alignment between dense visual tokens and text representations.</a:t>
            </a:r>
          </a:p>
          <a:p>
            <a:r>
              <a:t>[Hopping Bbox · CVPR_2025_arch02361 · frame_09.png · 9.50s]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initial segmentation mask is derived and fed back to guide the semantic refinement module.</a:t>
            </a:r>
          </a:p>
          <a:p>
            <a:r>
              <a:t>[Hopping Bbox · CVPR_2025_arch02361 · frame_10.png · 10.50s]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iterative refinement, the system generates the final dense semantic segmentation predictions.</a:t>
            </a:r>
          </a:p>
          <a:p>
            <a:r>
              <a:t>[Hopping Bbox · CVPR_2025_arch02361 · frame_11.png · 11.50s]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into the Residual Cross-correlation Self-attention module in detail,</a:t>
            </a:r>
          </a:p>
          <a:p>
            <a:r>
              <a:t>[Hopping Bbox · CVPR_2025_arch02361 · frame_12.png · 12.50s]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tokens pass through successive transformer layers.</a:t>
            </a:r>
          </a:p>
          <a:p>
            <a:r>
              <a:t>[Hopping Bbox · CVPR_2025_arch02361 · frame_13.png · 13.50s]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Cross-correlation self-attention is computed at early intermediate layers,</a:t>
            </a:r>
          </a:p>
          <a:p>
            <a:r>
              <a:t>[Hopping Bbox · CVPR_2025_arch02361 · frame_14.png · 14.50s]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well as mid-level layers,</a:t>
            </a:r>
          </a:p>
          <a:p>
            <a:r>
              <a:t>[Hopping Bbox · CVPR_2025_arch02361 · frame_15.png · 15.50s]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deeper non-final layers, capturing rich spatial and cross-feature correspondence.</a:t>
            </a:r>
          </a:p>
          <a:p>
            <a:r>
              <a:t>[Hopping Bbox · CVPR_2025_arch02361 · frame_16.png · 16.50s]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block utilizes self-correlation self-attention to preserve spatial covariance.</a:t>
            </a:r>
          </a:p>
          <a:p>
            <a:r>
              <a:t>[Hopping Bbox · CVPR_2025_arch02361 · frame_18.png · 17.50s]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cross-correlation attention maps from these non-last layers are averaged,</a:t>
            </a:r>
          </a:p>
          <a:p>
            <a:r>
              <a:t>[Hopping Bbox · CVPR_2025_arch02361 · frame_19.png · 19.50s]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forming a clear, localized spatial activation map.</a:t>
            </a:r>
          </a:p>
          <a:p>
            <a:r>
              <a:t>[Hopping Bbox · CVPR_2025_arch02361 · frame_20.png · 20.50s]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aggregated attention matrix is output as the RCS attention representation.</a:t>
            </a:r>
          </a:p>
          <a:p>
            <a:r>
              <a:t>[Hopping Bbox · CVPR_2025_arch02361 · frame_21.png · 21.50s]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the Semantic Feedback Refinement module optimizes the attention using category masks.</a:t>
            </a:r>
          </a:p>
          <a:p>
            <a:r>
              <a:t>[Hopping Bbox · CVPR_2025_arch02361 · frame_22.png · 22.50s]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takes the initial continuous segmentation map,</a:t>
            </a:r>
          </a:p>
          <a:p>
            <a:r>
              <a:t>[Hopping Bbox · CVPR_2025_arch02361 · frame_23.png · 23.50s]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converts it into patch-level category assignments.</a:t>
            </a:r>
          </a:p>
          <a:p>
            <a:r>
              <a:t>[Hopping Bbox · CVPR_2025_arch02361 · frame_24.png · 24.50s]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indicator function constructs a binary semantic co-occurrence matrix.</a:t>
            </a:r>
          </a:p>
          <a:p>
            <a:r>
              <a:t>[Hopping Bbox · CVPR_2025_arch02361 · frame_25.png · 25.50s]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any given patch, matching categories across the image are highlighted.</a:t>
            </a:r>
          </a:p>
          <a:p>
            <a:r>
              <a:t>[Hopping Bbox · CVPR_2025_arch02361 · frame_26.png · 26.50s]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spatial distance-based decay function is applied to prioritize connected local regions,</a:t>
            </a:r>
          </a:p>
          <a:p>
            <a:r>
              <a:t>[Hopping Bbox · CVPR_2025_arch02361 · frame_27.png · 27.50s]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reducing the influence of disjoint regions of the same class.</a:t>
            </a:r>
          </a:p>
          <a:p>
            <a:r>
              <a:t>[Hopping Bbox · CVPR_2025_arch02361 · frame_28.png · 28.50s]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Gaussian smoothing kernel is then applied across the rows,</a:t>
            </a:r>
          </a:p>
          <a:p>
            <a:r>
              <a:t>[Hopping Bbox · CVPR_2025_arch02361 · frame_29.png · 29.50s]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yielding a smoothly distributed attention map for each patch.</a:t>
            </a:r>
          </a:p>
          <a:p>
            <a:r>
              <a:t>[Hopping Bbox · CVPR_2025_arch02361 · frame_30.png · 30.50s]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yields the final refined SFR attention scores.</a:t>
            </a:r>
          </a:p>
          <a:p>
            <a:r>
              <a:t>[Hopping Bbox · CVPR_2025_arch02361 · frame_31.png · 31.50s]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fusion stage combines the attention components.</a:t>
            </a:r>
          </a:p>
          <a:p>
            <a:r>
              <a:t>[Hopping Bbox · CVPR_2025_arch02361 · frame_32.png · 32.50s]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RCS attention weights provide cross-feature spatial context.</a:t>
            </a:r>
          </a:p>
          <a:p>
            <a:r>
              <a:t>[Hopping Bbox · CVPR_2025_arch02361 · frame_33.png · 33.50s]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SFR attention scores reinforce local semantic consistency.</a:t>
            </a:r>
          </a:p>
          <a:p>
            <a:r>
              <a:t>[Hopping Bbox · CVPR_2025_arch02361 · frame_34.png · 34.50s]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noisy, diffuse attention of standard CLIP,</a:t>
            </a:r>
          </a:p>
          <a:p>
            <a:r>
              <a:t>[Hopping Bbox · CVPR_2025_arch02361 · frame_35.png · 35.50s]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transformed through weighted attention fusion,</a:t>
            </a:r>
          </a:p>
          <a:p>
            <a:r>
              <a:t>[Hopping Bbox · CVPR_2025_arch02361 · frame_36.png · 36.50s]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producing a sharp, object-centric attention map for accurate training-free dense inference.</a:t>
            </a:r>
          </a:p>
          <a:p>
            <a:r>
              <a:t>[Hopping Bbox · CVPR_2025_arch02361 · frame_37.png · 37.50s]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CVPR_2025_arch02361</dc:title>
  <dc:creator>AnimateBanana</dc:creator>
  <cp:lastModifiedBy>AnimateBanana</cp:lastModifiedBy>
</cp:coreProperties>
</file>