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7903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uncertainty-aware attention module takes map queries as input, splitting them into two parallel processing branches.</a:t>
            </a:r>
          </a:p>
          <a:p>
            <a:r>
              <a:t>[Alpha Masking · CVPR_2025_arch03005 · frame_00.png · 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upper branch, the queries predict spatial coordinate offsets to be added to reference points.</a:t>
            </a:r>
          </a:p>
          <a:p>
            <a:r>
              <a:t>[Alpha Masking · CVPR_2025_arch03005 · frame_01.png · 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summed positions define sampling locations across the bird's-eye-view grid.</a:t>
            </a:r>
          </a:p>
          <a:p>
            <a:r>
              <a:t>[Alpha Masking · CVPR_2025_arch03005 · frame_02.png · 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are sampled directly from the bird's-eye-view feature map at these locations.</a:t>
            </a:r>
          </a:p>
          <a:p>
            <a:r>
              <a:t>[Alpha Masking · CVPR_2025_arch03005 · frame_03.png · 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extracts a focused set of sampled spatial features.</a:t>
            </a:r>
          </a:p>
          <a:p>
            <a:r>
              <a:t>[Alpha Masking · CVPR_2025_arch03005 · frame_04.png · 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Simultaneously, the lower branch feeds the map queries into a multilayer perceptron.</a:t>
            </a:r>
          </a:p>
          <a:p>
            <a:r>
              <a:t>[Alpha Masking · CVPR_2025_arch03005 · frame_05.png · 11.00s]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network outputs mean and variance parameters for dynamic resampling from a Gaussian distribution.</a:t>
            </a:r>
          </a:p>
          <a:p>
            <a:r>
              <a:t>[Alpha Masking · CVPR_2025_arch03005 · frame_06.png · 13.00s]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Learned attention weights are formed by incorporating stochastic disturbance into the distribution parameters.</a:t>
            </a:r>
          </a:p>
          <a:p>
            <a:r>
              <a:t>[Alpha Masking · CVPR_2025_arch03005 · frame_07.png · 15.00s]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sampled features and dynamic attention weights are aggregated and projected through a linear layer.</a:t>
            </a:r>
          </a:p>
          <a:p>
            <a:r>
              <a:t>[Alpha Masking · CVPR_2025_arch03005 · frame_08.png · 17.00s]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resulting update terms refine the map queries for generalizable vectorization.</a:t>
            </a:r>
          </a:p>
          <a:p>
            <a:r>
              <a:t>[Alpha Masking · CVPR_2025_arch03005 · frame_09.png · 19.00s]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CVPR_2025_arch03005</dc:title>
  <dc:creator>AnimateBanana</dc:creator>
  <cp:lastModifiedBy>AnimateBanana</cp:lastModifiedBy>
</cp:coreProperties>
</file>