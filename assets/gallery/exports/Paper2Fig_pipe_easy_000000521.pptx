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1135501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begins by retrieving clinical notes for Alzheimer's disease patients from the Clinical Data Repository.</a:t>
            </a:r>
          </a:p>
          <a:p>
            <a:r>
              <a:t>[Sliding Bbox · Paper2Fig_pipe_easy_000000521 · frame_0003.png · 1.015s]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records are filtered using the rule-based NLP-PIER information extraction system.</a:t>
            </a:r>
          </a:p>
          <a:p>
            <a:r>
              <a:t>[Sliding Bbox · Paper2Fig_pipe_easy_000000521 · frame_0007.png · 3.554s]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filtering generates a dataset of lifestyle-related sentences with automatically assigned weak labels.</a:t>
            </a:r>
          </a:p>
          <a:p>
            <a:r>
              <a:t>[Sliding Bbox · Paper2Fig_pipe_easy_000000521 · frame_0011.png · 6.092s]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weakly labeled corpus is then used to fine-tune a suite of BERT-based sentence classifiers.</a:t>
            </a:r>
          </a:p>
          <a:p>
            <a:r>
              <a:t>[Sliding Bbox · Paper2Fig_pipe_easy_000000521 · frame_0015.png · 8.631s]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models include Bio-Clinical BERT,</a:t>
            </a:r>
          </a:p>
          <a:p>
            <a:r>
              <a:t>[Sliding Bbox · Paper2Fig_pipe_easy_000000521 · frame_0019.png · 11.169s]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UMLS BERT,</a:t>
            </a:r>
          </a:p>
          <a:p>
            <a:r>
              <a:t>[Sliding Bbox · Paper2Fig_pipe_easy_000000521 · frame_0023.png · 13.708s]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PubMedBERT trained solely on abstracts,</a:t>
            </a:r>
          </a:p>
          <a:p>
            <a:r>
              <a:t>[Sliding Bbox · Paper2Fig_pipe_easy_000000521 · frame_0027.png · 16.246s]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PubMedBERT trained on abstracts and full text,</a:t>
            </a:r>
          </a:p>
          <a:p>
            <a:r>
              <a:t>[Sliding Bbox · Paper2Fig_pipe_easy_000000521 · frame_0031.png · 18.785s]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BioBERT,</a:t>
            </a:r>
          </a:p>
          <a:p>
            <a:r>
              <a:t>[Sliding Bbox · Paper2Fig_pipe_easy_000000521 · frame_0035.png · 21.323s]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standard uncased BERT base model.</a:t>
            </a:r>
          </a:p>
          <a:p>
            <a:r>
              <a:t>[Sliding Bbox · Paper2Fig_pipe_easy_000000521 · frame_0039.png · 23.861s]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classifiers predict risk factors across two case studies, identifying excessive diet...</a:t>
            </a:r>
          </a:p>
          <a:p>
            <a:r>
              <a:t>[Sliding Bbox · Paper2Fig_pipe_easy_000000521 · frame_0043.png · 26.400s]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...and physical activity levels.</a:t>
            </a:r>
          </a:p>
          <a:p>
            <a:r>
              <a:t>[Sliding Bbox · Paper2Fig_pipe_easy_000000521 · frame_0047.png · 28.939s]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all models are tested and evaluated against a manually annotated Gold Standard Corpus.</a:t>
            </a:r>
          </a:p>
          <a:p>
            <a:r>
              <a:t>[Sliding Bbox · Paper2Fig_pipe_easy_000000521 · frame_0051.png · 31.477s]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355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Sliding Bbox — Paper2Fig_pipe_easy_000000521</dc:title>
  <dc:creator>AnimateBanana</dc:creator>
  <cp:lastModifiedBy>AnimateBanana</cp:lastModifiedBy>
</cp:coreProperties>
</file>