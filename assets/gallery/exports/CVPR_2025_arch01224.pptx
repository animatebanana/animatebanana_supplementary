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3770627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pipeline begins with the front-view feature representation.</a:t>
            </a:r>
          </a:p>
          <a:p>
            <a:r>
              <a:t>[Sliding Bbox · CVPR_2025_arch01224 · frame_0003.png · 0.799s]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input features pass through the IPM module.</a:t>
            </a:r>
          </a:p>
          <a:p>
            <a:r>
              <a:t>[Sliding Bbox · CVPR_2025_arch01224 · frame_0007.png · 2.799s]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maps the representation into bird's-eye view space.</a:t>
            </a:r>
          </a:p>
          <a:p>
            <a:r>
              <a:t>[Sliding Bbox · CVPR_2025_arch01224 · frame_0011.png · 4.799s]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Here, anchor positions are established across the spatial grid.</a:t>
            </a:r>
          </a:p>
          <a:p>
            <a:r>
              <a:t>[Sliding Bbox · CVPR_2025_arch01224 · frame_0015.png · 6.799s]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Alongside the anchors, corresponding bird's-eye view feature maps are generated.</a:t>
            </a:r>
          </a:p>
          <a:p>
            <a:r>
              <a:t>[Sliding Bbox · CVPR_2025_arch01224 · frame_0019.png · 8.798s]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BEV features are routed down to the Proposal Detection module.</a:t>
            </a:r>
          </a:p>
          <a:p>
            <a:r>
              <a:t>[Sliding Bbox · CVPR_2025_arch01224 · frame_0023.png · 10.798s]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Proposal Detection produces a keypoint segmentation map.</a:t>
            </a:r>
          </a:p>
          <a:p>
            <a:r>
              <a:t>[Sliding Bbox · CVPR_2025_arch01224 · frame_0027.png · 12.798s]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segmentation map, anchor positions, and BEV features feed into the Multiple Keypoint Proposal module.</a:t>
            </a:r>
          </a:p>
          <a:p>
            <a:r>
              <a:t>[Sliding Bbox · CVPR_2025_arch01224 · frame_0031.png · 14.798s]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module outputs initial query positions and query features.</a:t>
            </a:r>
          </a:p>
          <a:p>
            <a:r>
              <a:t>[Sliding Bbox · CVPR_2025_arch01224 · frame_0035.png · 16.798s]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positions and features enter a series of stacked Transformer Layers.</a:t>
            </a:r>
          </a:p>
          <a:p>
            <a:r>
              <a:t>[Sliding Bbox · CVPR_2025_arch01224 · frame_0039.png · 18.799s]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Intermediate outputs from these layers branch off into Auxiliary Heads.</a:t>
            </a:r>
          </a:p>
          <a:p>
            <a:r>
              <a:t>[Sliding Bbox · CVPR_2025_arch01224 · frame_0043.png · 20.799s]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representation continues into a final Transformer Layer.</a:t>
            </a:r>
          </a:p>
          <a:p>
            <a:r>
              <a:t>[Sliding Bbox · CVPR_2025_arch01224 · frame_0047.png · 22.799s]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final Transformer Layer drives prediction heads for X-Offset, Z, Classification, and Connectivity.</a:t>
            </a:r>
          </a:p>
          <a:p>
            <a:r>
              <a:t>[Sliding Bbox · CVPR_2025_arch01224 · frame_0051.png · 24.799s]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Panel B illustrates point refinement, starting with raw proposals without offset.</a:t>
            </a:r>
          </a:p>
          <a:p>
            <a:r>
              <a:t>[Sliding Bbox · CVPR_2025_arch01224 · frame_0055.png · 26.798s]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Next, offsets are applied to align the points.</a:t>
            </a:r>
          </a:p>
          <a:p>
            <a:r>
              <a:t>[Sliding Bbox · CVPR_2025_arch01224 · frame_0059.png · 28.798s]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Non-Maximum Suppression is then executed to eliminate duplicates.</a:t>
            </a:r>
          </a:p>
          <a:p>
            <a:r>
              <a:t>[Sliding Bbox · CVPR_2025_arch01224 · frame_0063.png · 30.798s]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Panel C outlines the Adjacency Matrix structure.</a:t>
            </a:r>
          </a:p>
          <a:p>
            <a:r>
              <a:t>[Sliding Bbox · CVPR_2025_arch01224 · frame_0067.png · 32.798s]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It maps connectivity scores between origin features and destination features.</a:t>
            </a:r>
          </a:p>
          <a:p>
            <a:r>
              <a:t>[Sliding Bbox · CVPR_2025_arch01224 · frame_0071.png · 34.798s]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377062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377062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377062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377062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377062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377062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377062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377062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377062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377062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377062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377062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377062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377062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377062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6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377062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6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377062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7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377062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AnimateBanana — Sliding Bbox — CVPR_2025_arch01224</dc:title>
  <dc:creator>AnimateBanana</dc:creator>
  <cp:lastModifiedBy>AnimateBanana</cp:lastModifiedBy>
</cp:coreProperties>
</file>