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4087368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pipeline begins with a sequence of five hundred twelve dimensional input feature vectors.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WACV_2022_set5_000001 · frame_00.png · 0.50s]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These vectors are organized into an input feature matrix labeled F sub w, with dimensions five hundred twelve by n.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WACV_2022_set5_000001 · frame_01.png · 1.00s]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Inside the scaled dot product attention sub-block, the matrix branches through fully connected layers into key transpose, query, and value matrices.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WACV_2022_set5_000001 · frame_02.png · 1.50s]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key transpose and query representations are multiplied together and processed by a softmax function.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WACV_2022_set5_000001 · frame_03.png · 2.00s]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This yields an n-by-n matrix of self-attention weights labeled W sub s a.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WACV_2022_set5_000001 · frame_04.png · 2.50s]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self-attention weights are then multiplied with the value matrix.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WACV_2022_set5_000001 · frame_05.png · 3.00s]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result feeds into the cross-walk attention sub-block as an intermediate matrix labeled H sub a.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WACV_2022_set5_000001 · frame_06.png · 3.50s]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per-row softmax operation is then applied across the matrix columns.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WACV_2022_set5_000001 · frame_07.png · 4.00s]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Next, the softmax output is combined element-wise with a bypass connection from the original matrix F sub w.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WACV_2022_set5_000001 · frame_08.png · 4.50s]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This creates the cross-walk attention matrix labeled G, with dimensions five hundred twelve by n.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WACV_2022_set5_000001 · frame_09.png · 5.00s]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column vectors are then aggregated through a summation operation.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WACV_2022_set5_000001 · frame_10.png · 5.50s]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Finally, the system outputs the five hundred twelve dimensional feature vector labeled f sub a.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WACV_2022_set5_000001 · frame_11.png · 6.00s]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0873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0873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0873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0873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0873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0873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0873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0873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0873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0873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08736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0873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nimateBanana">
  <a:themeElements>
    <a:clrScheme name="ab">
      <a:dk1>
        <a:sysClr val="windowText" lastClr="000000"/>
      </a:dk1>
      <a:lt1>
        <a:sysClr val="window" lastClr="FFFFFF"/>
      </a:lt1>
      <a:dk2>
        <a:srgbClr val="1B2838"/>
      </a:dk2>
      <a:lt2>
        <a:srgbClr val="F5F5F2"/>
      </a:lt2>
      <a:accent1>
        <a:srgbClr val="F2C14E"/>
      </a:accent1>
      <a:accent2>
        <a:srgbClr val="E8833A"/>
      </a:accent2>
      <a:accent3>
        <a:srgbClr val="4C9F70"/>
      </a:accent3>
      <a:accent4>
        <a:srgbClr val="3B7EA1"/>
      </a:accent4>
      <a:accent5>
        <a:srgbClr val="A14C7E"/>
      </a:accent5>
      <a:accent6>
        <a:srgbClr val="7E6BA1"/>
      </a:accent6>
      <a:hlink>
        <a:srgbClr val="3B7EA1"/>
      </a:hlink>
      <a:folHlink>
        <a:srgbClr val="7E6BA1"/>
      </a:folHlink>
    </a:clrScheme>
    <a:fontScheme name="ab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AnimateBanana</Application>
  <Slides>12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AnimateBanana — Progressive Reveal — WACV_2022_set5_000001</dc:title>
  <dc:creator>AnimateBanana</dc:creator>
  <cp:lastModifiedBy>AnimateBanana</cp:lastModifiedBy>
</cp:coreProperties>
</file>