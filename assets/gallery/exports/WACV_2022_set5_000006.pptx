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1695" cy="7112203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We begin with the support branch, containing class labels, an input image, and a ground truth mask.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WACV_2022_set5_000006 · frame_00.png · 1.00s]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The class labels and support image feed into Pseudo Label Generation.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WACV_2022_set5_000006 · frame_01.png · 3.00s]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In parallel, the support image is processed through DeepLabv3+.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WACV_2022_set5_000006 · frame_02.png · 5.00s]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This produces a pseudo label mask covering horse, person, background, and uncertain regions.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WACV_2022_set5_000006 · frame_03.png · 7.00s]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Meanwhile, DeepLabv3+ outputs a support feature map.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WACV_2022_set5_000006 · frame_04.png · 9.00s]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The fully supervised support mask pathway is crossed out and bypassed.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WACV_2022_set5_000006 · frame_05.png · 11.00s]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The pseudo mask is combined with the support feature map via pixel-wise multiplication.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WACV_2022_set5_000006 · frame_06.png · 13.00s]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This generates a set of categorized support pixels.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WACV_2022_set5_000006 · frame_07.png · 15.00s]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The support pixels are passed into an encoder module, labeled E.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WACV_2022_set5_000006 · frame_08.png · 17.00s]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Following a similar setup, the query branch receives query class labels, an input image, and a ground truth mask.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WACV_2022_set5_000006 · frame_09.png · 19.00s]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The query inputs enter the Pseudo Label Generation module.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WACV_2022_set5_000006 · frame_10.png · 21.00s]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The query image is simultaneously processed by DeepLabv3+.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WACV_2022_set5_000006 · frame_11.png · 23.00s]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This creates the query pseudo label mask.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WACV_2022_set5_000006 · frame_12.png · 25.00s]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Along with a dense query feature representation.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WACV_2022_set5_000006 · frame_13.png · 27.00s]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As before, fully supervised ground truth masks are crossed out.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WACV_2022_set5_000006 · frame_14.png · 29.00s]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The query feature map is multiplied by the query pseudo mask during training.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WACV_2022_set5_000006 · frame_15.png · 31.00s]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During inference, query pixels flow directly from the feature map.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WACV_2022_set5_000006 · frame_16.png · 33.00s]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During training, the masked query pixels are generated instead.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WACV_2022_set5_000006 · frame_17.png · 35.00s]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These query pixels pass through the shared encoder E.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WACV_2022_set5_000006 · frame_18.png · 37.00s]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In the upper pixel feature latent space, support pixel features form support prototypes.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WACV_2022_set5_000006 · frame_19.png · 39.00s]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Query pixel features are embedded into the corresponding latent space relative to the prototypes.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WACV_2022_set5_000006 · frame_20.png · 41.00s]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For inference, k-nearest neighbors classification is applied to produce the predicted query mask.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WACV_2022_set5_000006 · frame_21.png · 43.00s]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For training, the latent embeddings are optimized using the meta loss function.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WACV_2022_set5_000006 · frame_22.png · 45.00s]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11220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11220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11220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11220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11220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11220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11220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11220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11220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11220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11220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11220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11220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11220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11220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11220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11220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11220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112203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112203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112203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112203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11220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nimateBanana">
  <a:themeElements>
    <a:clrScheme name="ab">
      <a:dk1>
        <a:sysClr val="windowText" lastClr="000000"/>
      </a:dk1>
      <a:lt1>
        <a:sysClr val="window" lastClr="FFFFFF"/>
      </a:lt1>
      <a:dk2>
        <a:srgbClr val="1B2838"/>
      </a:dk2>
      <a:lt2>
        <a:srgbClr val="F5F5F2"/>
      </a:lt2>
      <a:accent1>
        <a:srgbClr val="F2C14E"/>
      </a:accent1>
      <a:accent2>
        <a:srgbClr val="E8833A"/>
      </a:accent2>
      <a:accent3>
        <a:srgbClr val="4C9F70"/>
      </a:accent3>
      <a:accent4>
        <a:srgbClr val="3B7EA1"/>
      </a:accent4>
      <a:accent5>
        <a:srgbClr val="A14C7E"/>
      </a:accent5>
      <a:accent6>
        <a:srgbClr val="7E6BA1"/>
      </a:accent6>
      <a:hlink>
        <a:srgbClr val="3B7EA1"/>
      </a:hlink>
      <a:folHlink>
        <a:srgbClr val="7E6BA1"/>
      </a:folHlink>
    </a:clrScheme>
    <a:fontScheme name="ab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>
          <a:solidFill>
            <a:schemeClr val="phClr"/>
          </a:solidFill>
        </a:ln>
        <a:ln>
          <a:solidFill>
            <a:schemeClr val="phClr"/>
          </a:solidFill>
        </a:ln>
        <a:ln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AnimateBanana</Application>
  <Slides>23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AnimateBanana — Hopping Bbox — WACV_2022_set5_000006</dc:title>
  <dc:creator>AnimateBanana</dc:creator>
  <cp:lastModifiedBy>AnimateBanana</cp:lastModifiedBy>
</cp:coreProperties>
</file>