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7619695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The architecture begins by taking a sequence of two-dimensional human poses spanning frames one through T as input.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[Progressive Reveal · WACV_2024_set5_000035 · frame_00.png · 0.50s]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A fully connected layer linearly projects the joints into feature tokens, which are then enriched with spatial position embeddings.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[Progressive Reveal · WACV_2024_set5_000035 · frame_01.png · 1.00s]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Inside the AGFormer block, features branch into parallel Spatial GCNFormer and Spatial Transformer streams to capture local and global joint relations.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[Progressive Reveal · WACV_2024_set5_000035 · frame_02.png · 1.50s]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After feature reshaping, representations pass into Temporal GCNFormer and Temporal Transformer modules to model cross-frame temporal dynamics.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[Progressive Reveal · WACV_2024_set5_000035 · frame_03.png · 2.00s]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The GCNFormer and Transformer feature streams are merged via adaptive fusion across N stacked AGFormer blocks.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[Progressive Reveal · WACV_2024_set5_000035 · frame_04.png · 2.50s]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The fused representations proceed through an upper fully connected layer to the regression head.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[Progressive Reveal · WACV_2024_set5_000035 · frame_05.png · 3.00s]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The regression head outputs the final estimated three-dimensional skeletal poses across all time frames.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[Progressive Reveal · WACV_2024_set5_000035 · frame_06.png · 3.50s]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Panel B details the Spatial MetaFormer, treating individual body joints from one to J as distinct input tokens.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[Progressive Reveal · WACV_2024_set5_000035 · frame_07.png · 4.00s]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The joint tokens pass through layer normalization and a spatial token mixer, combined with a residual skip connection.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[Progressive Reveal · WACV_2024_set5_000035 · frame_08.png · 4.50s]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Features then undergo a second layer normalization, channel multilayer perceptron processing, and residual addition.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[Progressive Reveal · WACV_2024_set5_000035 · frame_09.png · 5.00s]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Panel C outlines the Temporal MetaFormer, where entire pose frames across time steps one through T serve as tokens.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[Progressive Reveal · WACV_2024_set5_000035 · frame_10.png · 5.50s]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Frame tokens undergo layer normalization, temporal token mixing, and residual addition to model temporal context.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[Progressive Reveal · WACV_2024_set5_000035 · frame_11.png · 6.00s]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Finally, the temporal representations pass through layer normalization and a channel multilayer perceptron with a residual connection.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[Progressive Reveal · WACV_2024_set5_000035 · frame_12.png · 6.50s]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61969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61969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61969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61969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61969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61969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61969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61969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61969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61969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61969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61969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61969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AnimateBanana">
  <a:themeElements>
    <a:clrScheme name="ab">
      <a:dk1>
        <a:sysClr val="windowText" lastClr="000000"/>
      </a:dk1>
      <a:lt1>
        <a:sysClr val="window" lastClr="FFFFFF"/>
      </a:lt1>
      <a:dk2>
        <a:srgbClr val="1B2838"/>
      </a:dk2>
      <a:lt2>
        <a:srgbClr val="F5F5F2"/>
      </a:lt2>
      <a:accent1>
        <a:srgbClr val="F2C14E"/>
      </a:accent1>
      <a:accent2>
        <a:srgbClr val="E8833A"/>
      </a:accent2>
      <a:accent3>
        <a:srgbClr val="4C9F70"/>
      </a:accent3>
      <a:accent4>
        <a:srgbClr val="3B7EA1"/>
      </a:accent4>
      <a:accent5>
        <a:srgbClr val="A14C7E"/>
      </a:accent5>
      <a:accent6>
        <a:srgbClr val="7E6BA1"/>
      </a:accent6>
      <a:hlink>
        <a:srgbClr val="3B7EA1"/>
      </a:hlink>
      <a:folHlink>
        <a:srgbClr val="7E6BA1"/>
      </a:folHlink>
    </a:clrScheme>
    <a:fontScheme name="ab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>
          <a:solidFill>
            <a:schemeClr val="phClr"/>
          </a:solidFill>
        </a:ln>
        <a:ln>
          <a:solidFill>
            <a:schemeClr val="phClr"/>
          </a:solidFill>
        </a:ln>
        <a:ln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AnimateBanana</Application>
  <Slides>13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AnimateBanana — Progressive Reveal — WACV_2024_set5_000035</dc:title>
  <dc:creator>AnimateBanana</dc:creator>
  <cp:lastModifiedBy>AnimateBanana</cp:lastModifiedBy>
</cp:coreProperties>
</file>