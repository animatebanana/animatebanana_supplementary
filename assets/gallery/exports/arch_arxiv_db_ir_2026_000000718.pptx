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13620902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memory architecture is divided into User Space and Kernel Space.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arch_arxiv_db_ir_2026_000000718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User Space, execution begins at the Database Process.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arch_arxiv_db_ir_2026_000000718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process initiates an asynchronous write call.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arch_arxiv_db_ir_2026_000000718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is followed by a synchronous fsync operation.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arch_arxiv_db_ir_2026_000000718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write call routes into the Page Cache within Kernel Space and returns immediately, creating dirty pages.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arch_arxiv_db_ir_2026_000000718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Kernel Flusher Thread periodically handles writebacks from the Page Cache.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arch_arxiv_db_ir_2026_000000718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Requests pass into the I/O Queue, while fsync waits for disk completion.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arch_arxiv_db_ir_2026_000000718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At the bottom is Persistent Storage, containing the Block Device.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arch_arxiv_db_ir_2026_000000718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enqueued operations are flushed from the I/O Queue down to the Block Device.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arch_arxiv_db_ir_2026_000000718 · frame_08.png · 4.50s]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6209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6209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6209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6209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6209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6209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6209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6209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6209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Progressive Reveal — arch_arxiv_db_ir_2026_000000718</dc:title>
  <dc:creator>AnimateBanana</dc:creator>
  <cp:lastModifiedBy>AnimateBanana</cp:lastModifiedBy>
</cp:coreProperties>
</file>