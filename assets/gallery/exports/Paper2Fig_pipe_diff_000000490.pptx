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3236976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the data filtering and cleaning stage.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frame_00.png · 1.00s]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First, tweets tagged within the Los Angeles geographic area are collected.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frame_01.png · 3.00s]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collected tweets are then filtered specifically for COVID-19 keywords.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frame_02.png · 5.00s]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Next, text pre-processing prepares the tweet corpus for downstream extraction.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frame_03.png · 7.00s]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cleaned text passes into the entity and relation extraction stage.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frame_04.png · 9.00s]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Sentiment analysis computes sentiment scores for tweets and specific keywords.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frame_05.png · 11.00s]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Topic modeling via matrix and tensor factorizations extracts latent topics and tracks their temporal evolution.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frame_06.png · 13.00s]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Time series analysis identifies tweet volume peaks and significant sentiment change points linked to real-world events.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frame_07.png · 15.00s]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Word embeddings evaluate semantic similarity to generate weighted edges between tweets and topic keywords.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frame_08.png · 17.00s]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extracted entities and relations are integrated during graph construction.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frame_09.png · 19.00s]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Definite entities and relations are formalized across tweets, topics, and dates.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frame_10.png · 21.00s]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Graph queries and visual inspection allow validation of the interconnected structure.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frame_11.png · 23.00s]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Graph embedding techniques then project the network structure into dense vector spaces.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frame_12.png · 25.00s]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constructed network undergoes in-depth graph analysis.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frame_13.png · 27.00s]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Community detection identifies tightly coupled clusters of topics and discussions.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frame_14.png · 29.00s]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Node similarity metrics assess topological and semantic closeness between entities.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frame_15.png · 31.00s]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Lastly, link prediction infers unobserved associations between events, dates, and topics.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Paper2Fig_pipe_diff_000000490 · frame_16.png · 33.00s]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3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Paper2Fig_pipe_diff_000000490</dc:title>
  <dc:creator>AnimateBanana</dc:creator>
  <cp:lastModifiedBy>AnimateBanana</cp:lastModifiedBy>
</cp:coreProperties>
</file>