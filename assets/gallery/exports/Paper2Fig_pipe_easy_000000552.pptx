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4174236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pipeline begins with the deepfake impersonation attack framework.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Paper2Fig_pipe_easy_000000552 · frame_00.png · 0.50s]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attack leverages diverse datasets encompassing facial replacement, reenactment, and synthesis.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Paper2Fig_pipe_easy_000000552 · frame_01.png · 1.00s]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Deepfake video sequences are supplied from these datasets.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Paper2Fig_pipe_easy_000000552 · frame_02.png · 1.50s]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An MTCNN model is applied to detect and crop face images from each video frame.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Paper2Fig_pipe_easy_000000552 · frame_03.png · 2.00s]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attacker prepares these cropped celebrity face images for transmission.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Paper2Fig_pipe_easy_000000552 · frame_04.png · 2.50s]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Attacks are categorized into targeted impersonation against a specific victim and non-targeted impersonation across any celebrity class.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Paper2Fig_pipe_easy_000000552 · frame_05.png · 3.00s]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attack queries are dispatched to commercial celebrity recognition web APIs.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Paper2Fig_pipe_easy_000000552 · frame_06.png · 3.50s]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Evaluation targets black-box platforms including Amazon Rekognition, Azure Cognitive Services, and Naver CFR.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Paper2Fig_pipe_easy_000000552 · frame_07.png · 4.00s]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evaluation module systematically analyzes the resulting responses.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Paper2Fig_pipe_easy_000000552 · frame_08.png · 4.50s]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Success rates are measured for both targeted and non-targeted attack configurations.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Paper2Fig_pipe_easy_000000552 · frame_09.png · 5.00s]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Detailed metrics further analyze API behavior, including lifelike quality, prediction confidence, face similarity, and overall successful impersonation.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Paper2Fig_pipe_easy_000000552 · frame_10.png · 5.50s]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742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742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742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742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742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742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742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742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742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742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742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eBanana">
  <a:themeElements>
    <a:clrScheme name="ab">
      <a:dk1>
        <a:sysClr val="windowText" lastClr="000000"/>
      </a:dk1>
      <a:lt1>
        <a:sysClr val="window" lastClr="FFFFFF"/>
      </a:lt1>
      <a:dk2>
        <a:srgbClr val="1B2838"/>
      </a:dk2>
      <a:lt2>
        <a:srgbClr val="F5F5F2"/>
      </a:lt2>
      <a:accent1>
        <a:srgbClr val="F2C14E"/>
      </a:accent1>
      <a:accent2>
        <a:srgbClr val="E8833A"/>
      </a:accent2>
      <a:accent3>
        <a:srgbClr val="4C9F70"/>
      </a:accent3>
      <a:accent4>
        <a:srgbClr val="3B7EA1"/>
      </a:accent4>
      <a:accent5>
        <a:srgbClr val="A14C7E"/>
      </a:accent5>
      <a:accent6>
        <a:srgbClr val="7E6BA1"/>
      </a:accent6>
      <a:hlink>
        <a:srgbClr val="3B7EA1"/>
      </a:hlink>
      <a:folHlink>
        <a:srgbClr val="7E6BA1"/>
      </a:folHlink>
    </a:clrScheme>
    <a:fontScheme name="ab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AnimateBanana</Application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Colour Pop — Paper2Fig_pipe_easy_000000552</dc:title>
  <dc:creator>AnimateBanana</dc:creator>
  <cp:lastModifiedBy>AnimateBanana</cp:lastModifiedBy>
</cp:coreProperties>
</file>