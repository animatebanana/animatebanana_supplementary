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1695" cy="671787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pipeline begins with the multi-resolution feature grid module.</a:t>
            </a:r>
          </a:p>
          <a:p>
            <a:r>
              <a:t>[Hopping Bbox · ICCV_2023_set5_000059 · frame_00.png · 0.75s]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3D indoor scene is modeled compositionally from multi-view inputs.</a:t>
            </a:r>
          </a:p>
          <a:p>
            <a:r>
              <a:t>[Hopping Bbox · ICCV_2023_set5_000059 · frame_01.png · 2.25s]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camera casts viewing rays into the 3D space.</a:t>
            </a:r>
          </a:p>
          <a:p>
            <a:r>
              <a:t>[Hopping Bbox · ICCV_2023_set5_000059 · frame_02.png · 3.75s]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Along each ray, multiple 3D spatial points are sampled.</a:t>
            </a:r>
          </a:p>
          <a:p>
            <a:r>
              <a:t>[Hopping Bbox · ICCV_2023_set5_000059 · frame_03.png · 5.25s]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each queried point coordinate,</a:t>
            </a:r>
          </a:p>
          <a:p>
            <a:r>
              <a:t>[Hopping Bbox · ICCV_2023_set5_000059 · frame_04.png · 6.75s]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features are queried across multiple grid resolutions, from coarse levels,</a:t>
            </a:r>
          </a:p>
          <a:p>
            <a:r>
              <a:t>[Hopping Bbox · ICCV_2023_set5_000059 · frame_05.png · 8.25s]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down to finer levels using spatial hash tables.</a:t>
            </a:r>
          </a:p>
          <a:p>
            <a:r>
              <a:t>[Hopping Bbox · ICCV_2023_set5_000059 · frame_06.png · 9.75s]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interpolated features are concatenated and fed into a lightweight neural network.</a:t>
            </a:r>
          </a:p>
          <a:p>
            <a:r>
              <a:t>[Hopping Bbox · ICCV_2023_set5_000059 · frame_07.png · 11.25s]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network outputs a vector containing signed distance function values for each individual object.</a:t>
            </a:r>
          </a:p>
          <a:p>
            <a:r>
              <a:t>[Hopping Bbox · ICCV_2023_set5_000059 · frame_08.png · 12.75s]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encompass specific instance geometries, such as pillows,</a:t>
            </a:r>
          </a:p>
          <a:p>
            <a:r>
              <a:t>[Hopping Bbox · ICCV_2023_set5_000059 · frame_09.png · 14.25s]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lamps,</a:t>
            </a:r>
          </a:p>
          <a:p>
            <a:r>
              <a:t>[Hopping Bbox · ICCV_2023_set5_000059 · frame_10.png · 15.75s]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 other segmented items in the scene.</a:t>
            </a:r>
          </a:p>
          <a:p>
            <a:r>
              <a:t>[Hopping Bbox · ICCV_2023_set5_000059 · frame_11.png · 17.25s]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minimum operation is applied across all object distance predictions,</a:t>
            </a:r>
          </a:p>
          <a:p>
            <a:r>
              <a:t>[Hopping Bbox · ICCV_2023_set5_000059 · frame_12.png · 18.75s]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extracting the global scene signed distance value,</a:t>
            </a:r>
          </a:p>
          <a:p>
            <a:r>
              <a:t>[Hopping Bbox · ICCV_2023_set5_000059 · frame_13.png · 20.25s]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denoted as the overall scene SDF.</a:t>
            </a:r>
          </a:p>
          <a:p>
            <a:r>
              <a:t>[Hopping Bbox · ICCV_2023_set5_000059 · frame_14.png · 21.75s]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Next, the occlusion-aware object opacity module calculates individual object opacities.</a:t>
            </a:r>
          </a:p>
          <a:p>
            <a:r>
              <a:t>[Hopping Bbox · ICCV_2023_set5_000059 · frame_15.png · 23.25s]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 SDFs are first converted into individual object density distributions.</a:t>
            </a:r>
          </a:p>
          <a:p>
            <a:r>
              <a:t>[Hopping Bbox · ICCV_2023_set5_000059 · frame_16.png · 24.75s]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Concurrently, the global scene transmittance is computed along the ray,</a:t>
            </a:r>
          </a:p>
          <a:p>
            <a:r>
              <a:t>[Hopping Bbox · ICCV_2023_set5_000059 · frame_17.png · 26.25s]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 multiplied by each object's density.</a:t>
            </a:r>
          </a:p>
          <a:p>
            <a:r>
              <a:t>[Hopping Bbox · ICCV_2023_set5_000059 · frame_18.png · 27.75s]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produces occlusion-aware object opacities that account for frontal blocking.</a:t>
            </a:r>
          </a:p>
          <a:p>
            <a:r>
              <a:t>[Hopping Bbox · ICCV_2023_set5_000059 · frame_19.png · 29.25s]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composite weight function governs the overall volume rendering contribution.</a:t>
            </a:r>
          </a:p>
          <a:p>
            <a:r>
              <a:t>[Hopping Bbox · ICCV_2023_set5_000059 · frame_20.png · 30.75s]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object opacity loss is evaluated,</a:t>
            </a:r>
          </a:p>
          <a:p>
            <a:r>
              <a:t>[Hopping Bbox · ICCV_2023_set5_000059 · frame_21.png · 32.25s]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supervising the rendered object opacities directly against 2D instance segmentation masks.</a:t>
            </a:r>
          </a:p>
          <a:p>
            <a:r>
              <a:t>[Hopping Bbox · ICCV_2023_set5_000059 · frame_22.png · 33.75s]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Finally, several regularization and multi-modal rendering losses are optimized.</a:t>
            </a:r>
          </a:p>
          <a:p>
            <a:r>
              <a:t>[Hopping Bbox · ICCV_2023_set5_000059 · frame_23.png · 35.25s]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Eikonal loss enforces valid distance field gradients across the scene.</a:t>
            </a:r>
          </a:p>
          <a:p>
            <a:r>
              <a:t>[Hopping Bbox · ICCV_2023_set5_000059 · frame_24.png · 36.75s]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object distinction regularization loss prevents internal collision and overlap between separate instances.</a:t>
            </a:r>
          </a:p>
          <a:p>
            <a:r>
              <a:t>[Hopping Bbox · ICCV_2023_set5_000059 · frame_25.png · 38.25s]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Volume rendering synthesizes geometric cues and appearance.</a:t>
            </a:r>
          </a:p>
          <a:p>
            <a:r>
              <a:t>[Hopping Bbox · ICCV_2023_set5_000059 · frame_26.png · 39.75s]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scale-invariant depth loss,</a:t>
            </a:r>
          </a:p>
          <a:p>
            <a:r>
              <a:t>[Hopping Bbox · ICCV_2023_set5_000059 · frame_27.png · 41.25s]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supervises rendered depth maps.</a:t>
            </a:r>
          </a:p>
          <a:p>
            <a:r>
              <a:t>[Hopping Bbox · ICCV_2023_set5_000059 · frame_28.png · 42.75s]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surface normal loss,</a:t>
            </a:r>
          </a:p>
          <a:p>
            <a:r>
              <a:t>[Hopping Bbox · ICCV_2023_set5_000059 · frame_29.png · 44.25s]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aligns predicted surface normals with pseudo-ground-truth,</a:t>
            </a:r>
          </a:p>
          <a:p>
            <a:r>
              <a:t>[Hopping Bbox · ICCV_2023_set5_000059 · frame_30.png · 45.75s]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derived from a pre-trained monocular estimation network.</a:t>
            </a:r>
          </a:p>
          <a:p>
            <a:r>
              <a:t>[Hopping Bbox · ICCV_2023_set5_000059 · frame_31.png · 47.25s]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Lastly, an RGB reconstruction loss,</a:t>
            </a:r>
          </a:p>
          <a:p>
            <a:r>
              <a:t>[Hopping Bbox · ICCV_2023_set5_000059 · frame_32.png · 48.75s]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ensures photorealistic rendering against ground truth captured images.</a:t>
            </a:r>
          </a:p>
          <a:p>
            <a:r>
              <a:t>[Hopping Bbox · ICCV_2023_set5_000059 · frame_33.png · 50.25s]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1787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178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1787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1787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1787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178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178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1787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1787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1787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1787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1787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1787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1787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1787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1787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1787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1787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1787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1787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1787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1787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1787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1787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1787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1787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17873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1787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17873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17873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17873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17873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17873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178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AnimateBanana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AnimateBanana — Hopping Bbox — ICCV_2023_set5_000059</dc:title>
  <dc:creator>AnimateBanana</dc:creator>
  <cp:lastModifiedBy>AnimateBanana</cp:lastModifiedBy>
</cp:coreProperties>
</file>