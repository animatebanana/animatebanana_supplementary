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704793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training pipeline begins with three inputs: the input medical image, its corresponding ground truth mask, and generated interactive masks.</a:t>
            </a:r>
          </a:p>
          <a:p>
            <a:r>
              <a:t>[Alpha Masking · CVPR_2025_arch01488 · frame_00.png · 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frozen image encoder extracts visual tokens from the input image, while initial interaction simulators derive point, bounding box, and text prompts from the masks.</a:t>
            </a:r>
          </a:p>
          <a:p>
            <a:r>
              <a:t>[Alpha Masking · CVPR_2025_arch01488 · frame_01.png · 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system then enters an iterative interaction loop that simulates multiple consecutive refinement steps.</a:t>
            </a:r>
          </a:p>
          <a:p>
            <a:r>
              <a:t>[Alpha Masking · CVPR_2025_arch01488 · frame_02.png · 5.00s]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initial simulated interaction prompts are processed by a learnable prompt encoder.</a:t>
            </a:r>
          </a:p>
          <a:p>
            <a:r>
              <a:t>[Alpha Masking · CVPR_2025_arch01488 · frame_03.png · 7.00s]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extracted image tokens are combined with convolutional feedback features via element-wise addition.</a:t>
            </a:r>
          </a:p>
          <a:p>
            <a:r>
              <a:t>[Alpha Masking · CVPR_2025_arch01488 · frame_04.png · 9.00s]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learnable mask decoder integrates these fused image features with the encoded prompts and circulates intermediate features back through a convolution layer.</a:t>
            </a:r>
          </a:p>
          <a:p>
            <a:r>
              <a:t>[Alpha Masking · CVPR_2025_arch01488 · frame_05.png · 11.00s]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Transposed convolution layers then upsample the decoded representations into predicted segmentation masks for both the ground truth and interactive targets.</a:t>
            </a:r>
          </a:p>
          <a:p>
            <a:r>
              <a:t>[Alpha Masking · CVPR_2025_arch01488 · frame_06.png · 13.00s]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framework computes error regions by identifying discrepancies between each predicted mask and its target.</a:t>
            </a:r>
          </a:p>
          <a:p>
            <a:r>
              <a:t>[Alpha Masking · CVPR_2025_arch01488 · frame_07.png · 15.00s]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Interaction simulators place corrective prompts on these error regions and feed them back to the prompt encoder, completing the feedback loop across iterations.</a:t>
            </a:r>
          </a:p>
          <a:p>
            <a:r>
              <a:t>[Alpha Masking · CVPR_2025_arch01488 · frame_08.png · 17.00s]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0479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AnimateBanana — Alpha Masking — CVPR_2025_arch01488</dc:title>
  <dc:creator>AnimateBanana</dc:creator>
  <cp:lastModifiedBy>AnimateBanana</cp:lastModifiedBy>
</cp:coreProperties>
</file>