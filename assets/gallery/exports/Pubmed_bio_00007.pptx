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92047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phantom preparation begins at room temperature by measuring the water required for the lipid emulsion.</a:t>
            </a:r>
          </a:p>
          <a:p>
            <a:r>
              <a:t>[Sliding Bbox · Pubmed_bio_00007 · frame_04.png · 0.000s]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the required quantity of soy lecithin is measured.</a:t>
            </a:r>
          </a:p>
          <a:p>
            <a:r>
              <a:t>[Sliding Bbox · Pubmed_bio_00007 · frame_11.png · 2.500s]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lecithin is added to the water and stirred for approximately thirty minutes until the solution becomes homogeneous.</a:t>
            </a:r>
          </a:p>
          <a:p>
            <a:r>
              <a:t>[Sliding Bbox · Pubmed_bio_00007 · frame_18.png · 6.000s]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Separately, rapeseed oil representing the fatty tissue component is measured.</a:t>
            </a:r>
          </a:p>
          <a:p>
            <a:r>
              <a:t>[Sliding Bbox · Pubmed_bio_00007 · frame_25.png · 9.500s]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oil is combined with the lecithin solution and mixed thoroughly until fully homogeneous.</a:t>
            </a:r>
          </a:p>
          <a:p>
            <a:r>
              <a:t>[Sliding Bbox · Pubmed_bio_00007 · frame_32.png · 13.000s]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parallel, a separate volume of water is measured to prepare the agar solution.</a:t>
            </a:r>
          </a:p>
          <a:p>
            <a:r>
              <a:t>[Sliding Bbox · Pubmed_bio_00007 · frame_39.png · 16.500s]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Agar powder representing the fibroglandular tissue component is then measured.</a:t>
            </a:r>
          </a:p>
          <a:p>
            <a:r>
              <a:t>[Sliding Bbox · Pubmed_bio_00007 · frame_46.png · 20.000s]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agar is dissolved into the water heated to ninety-five degrees Celsius to create a uniform solution.</a:t>
            </a:r>
          </a:p>
          <a:p>
            <a:r>
              <a:t>[Sliding Bbox · Pubmed_bio_00007 · frame_53.png · 23.500s]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oil and lecithin mixture is slowly added to warm agar while maintaining temperature &gt;50°C with continuous mixing.</a:t>
            </a:r>
          </a:p>
          <a:p>
            <a:r>
              <a:t>[Sliding Bbox · Pubmed_bio_00007 · frame_60.png · 27.000s]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mixture is cooled to approximately fifty degrees Celsius and poured directly into the 3D printed phantom molds.</a:t>
            </a:r>
          </a:p>
          <a:p>
            <a:r>
              <a:t>[Sliding Bbox · Pubmed_bio_00007 · frame_67.png · 30.500s]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filled phantoms are cured overnight at four degrees Celsius to solidify before imaging experiments.</a:t>
            </a:r>
          </a:p>
          <a:p>
            <a:r>
              <a:t>[Sliding Bbox · Pubmed_bio_00007 · frame_76.png · 34.000s]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204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Sliding Bbox — Pubmed_bio_00007</dc:title>
  <dc:creator>AnimateBanana</dc:creator>
  <cp:lastModifiedBy>AnimateBanana</cp:lastModifiedBy>
</cp:coreProperties>
</file>