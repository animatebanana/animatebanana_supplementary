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79031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the framework initiates the uncertainty-aware initial human motion estimation module to predict preliminary full-body motion along with joint uncertainty.</a:t>
            </a:r>
          </a:p>
          <a:p>
            <a:r>
              <a:t>[Alpha Masking · CVPR_2025_arch00932 · frame_00.png · 1.00s]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Sparse tracking signals from the head and hand controllers are embedded into observation feature representations.</a:t>
            </a:r>
          </a:p>
          <a:p>
            <a:r>
              <a:t>[Alpha Masking · CVPR_2025_arch00932 · frame_01.png · 3.00s]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Concurrently, historical human motion sequences are processed through a pose encoder to extract motion history embeddings.</a:t>
            </a:r>
          </a:p>
          <a:p>
            <a:r>
              <a:t>[Alpha Masking · CVPR_2025_arch00932 · frame_02.png · 5.00s]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observation and historical motion representations are concatenated into a shallow motion representation and combined with temporal position embeddings.</a:t>
            </a:r>
          </a:p>
          <a:p>
            <a:r>
              <a:t>[Alpha Masking · CVPR_2025_arch00932 · frame_04.png · 6.00s]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transformer encoder then models temporal dependencies across frames, extracting high-dimensional motion features.</a:t>
            </a:r>
          </a:p>
          <a:p>
            <a:r>
              <a:t>[Alpha Masking · CVPR_2025_arch00932 · frame_05.png · 9.00s]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features feed into a pose regression head to estimate initial poses, while an uncertainty estimation head quantifies joint-level uncertainty.</a:t>
            </a:r>
          </a:p>
          <a:p>
            <a:r>
              <a:t>[Alpha Masking · CVPR_2025_arch00932 · frame_06.png · 11.00s]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environment point cloud embedding module, the 3D scene point cloud is cropped locally around the estimated human trajectory.</a:t>
            </a:r>
          </a:p>
          <a:p>
            <a:r>
              <a:t>[Alpha Masking · CVPR_2025_arch00932 · frame_07.png · 13.00s]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cropped points are sampled and encoded by a scene encoder to yield environment scene features.</a:t>
            </a:r>
          </a:p>
          <a:p>
            <a:r>
              <a:t>[Alpha Masking · CVPR_2025_arch00932 · frame_09.png · 14.00s]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refinement stage, uncertainty-guided sampling generates motion hypotheses, while relative head height is computed against the local terrain.</a:t>
            </a:r>
          </a:p>
          <a:p>
            <a:r>
              <a:t>[Alpha Masking · CVPR_2025_arch00932 · frame_10.png · 17.00s]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sampled poses, head translation, and extended observations are concatenated to form unified motion embeddings.</a:t>
            </a:r>
          </a:p>
          <a:p>
            <a:r>
              <a:t>[Alpha Masking · CVPR_2025_arch00932 · frame_11.png · 19.00s]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motion-environment cross-attention module integrates environmental semantics with the motion tokens to produce refined motion representations.</a:t>
            </a:r>
          </a:p>
          <a:p>
            <a:r>
              <a:t>[Alpha Masking · CVPR_2025_arch00932 · frame_13.png · 20.00s]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contact probabilities are estimated and combined with the refined representation to regress the physically plausible final full-body motion.</a:t>
            </a:r>
          </a:p>
          <a:p>
            <a:r>
              <a:t>[Alpha Masking · CVPR_2025_arch00932 · frame_14.png · 23.00s]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Alpha Masking — CVPR_2025_arch00932</dc:title>
  <dc:creator>AnimateBanana</dc:creator>
  <cp:lastModifiedBy>AnimateBanana</cp:lastModifiedBy>
</cp:coreProperties>
</file>