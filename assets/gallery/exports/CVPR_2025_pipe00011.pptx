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790334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initializing process begins with a pre-trained 3D Gaussian Splatting model with frozen parameters.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frame_00.png · 1.00s]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model is passed into the Frequency Guided Densification module.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frame_01.png · 3.00s]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Frequency Guided Densification is structured into two main phases shown below.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frame_02.png · 5.00s]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Phase 1, the contribution of each 3D Gaussian to rendering quality is evaluated.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frame_03.png · 7.00s]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Low-contribution 3D Gaussians are removed.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frame_04.png · 9.00s]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Phase 2, views are rendered from multiple perspectives.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frame_05.png · 11.00s]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Each rendered image is split into a grid of patches.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frame_06.png · 13.00s]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Discrete Fourier Transform is applied to the patches.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frame_07.png · 15.00s]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converts the image patches into transformed frequency representations.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frame_08.png · 17.00s]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Transformed patches enter the high frequency detection stage.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frame_09.png · 19.00s]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Each transformed patch is combined via Hadamard product with a quadratic mask.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frame_10.png · 21.00s]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quadratic mask highlights high frequency regions.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frame_11.png · 23.00s]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Patches exhibiting high frequency components are selected.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frame_12.png · 25.00s]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3D Gaussians within these high frequency areas are split into denser elements.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frame_13.png · 27.00s]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yields the updated 3D Gaussian Splatting representation after densification.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frame_14.png · 29.00s]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gradient mask is constructed across the Gaussian parameter set.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frame_15.png · 31.00s]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the fine-tuning process, parameters are unfrozen for model optimization.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frame_16.png · 33.00s]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Rendering is performed using the fine-tuned 3D Gaussians.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frame_17.png · 35.00s]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Discrete Wavelet Transform decomposes the rendered image into frequency sub-bands.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frame_18.png · 37.00s]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low frequency component is routed forward.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frame_19.png · 39.00s]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pre-trained decoder with frozen parameters processes the low frequency signal.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frame_20.png · 41.00s]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decoder outputs the recovered decoded message.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frame_21.png · 43.00s]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Meanwhile, the high frequency components from the rendered image are extracted.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frame_22.png · 45.00s]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ground truth image is introduced for supervision.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frame_23.png · 47.00s]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Discrete Wavelet Transform is applied to the ground truth image.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frame_24.png · 49.00s]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isolates the high frequency components of the ground truth.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frame_25.png · 51.00s]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Reconstruction and perceptual loss functions compare rendered views with ground truth.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frame_26.png · 53.00s]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wavelet loss is computed between rendered and ground truth high frequencies.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frame_27.png · 55.00s]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fixed message serves as target supervision.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frame_28.png · 57.00s]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Message loss compares the decoded message with the fixed message.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frame_29.png · 59.00s]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All objectives combine into a single total loss function.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frame_30.png · 61.00s]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total loss guides the optimizer.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frame_31.png · 63.00s]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Finally, the optimizer applies the gradient mask via Hadamard product to update the fine-tuned 3D Gaussians.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[Hopping Bbox · CVPR_2025_pipe00011 · frame_32.png · 65.00s]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33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Hopping Bbox — CVPR_2025_pipe00011</dc:title>
  <dc:creator>AnimateBanana</dc:creator>
  <cp:lastModifiedBy>AnimateBanana</cp:lastModifiedBy>
</cp:coreProperties>
</file>