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9828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architecture builds upon a pre-trained, frozen CLIP model containing text and image encoders.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standard CLIP, the text encoder processes natural language prompts such as 'photo of a cat'.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parallel, the image encoder extracts visual features from corresponding images.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contrastive loss trains both encoders to align text and image representations within a shared embedding space.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To train LidarCLIP, automotive camera frames are passed through the frozen CLIP image encoder without gradient updates.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Synchronized point clouds from image-lidar pairs are concurrently processed by a trainable lidar encoder.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similarity loss maximizes the alignment between lidar and image embeddings, effectively connecting point clouds to text via the image domain.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For text-to-lidar retrieval, a natural language query is mapped into feature space using the frozen text encoder.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Candidate point cloud scans are embedded through the trained lidar encoder.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frame_08.png · 4.50s]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Optionally, camera images can also be encoded to support multi-modal retrieval under challenging scenarios.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frame_09.png · 5.00s]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similarity ranking module then identifies and retrieves the point cloud matching the query.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frame_10.png · 5.50s]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At inference, the trained lidar encoder embeds point cloud inputs into the unified feature space for downstream tasks.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frame_11.png · 6.00s]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For lidar-to-image generation, the lidar embedding directly conditions a diffusion model to synthesize realistic visual scenes.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frame_12.png · 6.50s]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For lidar-to-text generation, the embedding feeds into a captioning model to produce descriptive text of the driving scene.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frame_13.png · 7.00s]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For zero-shot classification, candidate category labels inserted into text prompt templates are encoded into text embeddings.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frame_14.png · 7.50s]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Measuring the similarity between the lidar embedding and text embeddings yields zero-shot classification scores across target categories.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WACV_2024_set5_000054 · frame_15.png · 8.00s]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WACV_2024_set5_000054</dc:title>
  <dc:creator>AnimateBanana</dc:creator>
  <cp:lastModifiedBy>AnimateBanana</cp:lastModifiedBy>
</cp:coreProperties>
</file>