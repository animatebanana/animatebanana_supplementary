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5364784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input video sequence is fed into the system.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frame_00.png · 1.00s]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It passes into the Video Network.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frame_01.png · 3.00s]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Simultaneously, the audio waveform is captured.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frame_02.png · 5.00s]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waveform converts into spectrogram A.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frame_03.png · 7.00s]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Spectrogram A enters the Audio Network.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frame_04.png · 9.00s]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Video Network yields visual feature embeddings.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frame_05.png · 11.00s]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Audio Network yields audio feature embeddings.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frame_06.png · 13.00s]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training, visual features route to the Vision modality head.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frame_07.png · 15.00s]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fully connected layer generates the vision output.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frame_08.png · 17.00s]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Both feature streams merge into the Audio-Visual modality head.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frame_09.png · 19.00s]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Producing the audio-visual output.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frame_10.png · 21.00s]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Audio features also enter the Audio modality head.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frame_11.png · 23.00s]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Yielding the audio output.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frame_12.png · 25.00s]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During inference, visual feature maps are extracted.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frame_13.png · 27.00s]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Along with the corresponding audio embeddings.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frame_14.png · 29.00s]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Both streams combine via a dot product operation.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frame_15.png · 31.00s]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generates a localization heatmap for frame one.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frame_16.png · 33.00s]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As well as for frame 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frame_17.png · 35.00s]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Through to frame 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frame_18.png · 37.00s]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All frame heatmaps enter Time Average.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frame_19.png · 39.00s]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Producing the final averaged output heatmap.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WACV_2022_set5_000009 · frame_20.png · 41.00s]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364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21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Hopping Bbox — WACV_2022_set5_000009</dc:title>
  <dc:creator>AnimateBanana</dc:creator>
  <cp:lastModifiedBy>AnimateBanana</cp:lastModifiedBy>
</cp:coreProperties>
</file>