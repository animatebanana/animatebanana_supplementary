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1695" cy="565556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Panel A illustrates the training pipeline for the text-to-image diffusion foundation model.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High-resolution smartphone image patches serve as the training input.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frame_01.png · 1.50s]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Florence caption generator extracts descriptive text from each patch.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frame_02.png · 2.50s]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produces a text caption describing the patch content.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frame_03.png · 3.50s]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pretrained text encoder embeds the caption to provide semantic conditioning.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frame_04.png · 4.50s]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parallel, a pretrained image encoder maps the high-resolution patch into latent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frame_05.png · 5.50s]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Gaussian noise is introduced during the forward diffusion process.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frame_06.png · 6.50s]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are added and carried forward.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frame_07.png · 7.50s]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creates the noised latent representation.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frame_08.png · 8.50s]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diffusion U-Net is trained from scratch on 38,000 images conditioned on the text embeddings.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frame_09.png · 9.50s]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network outputs the predicted noise to optimize diffusion training.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frame_10.png · 10.50s]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Panel B presents the proposed feature-to-image foundation model training framework.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frame_11.png · 11.50s]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same high-resolution smartphone dataset provides the input patches.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frame_12.png · 12.50s]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pretrained DINOv2 vision transformer extracts dense visual representations on the fly.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frame_13.png · 13.50s]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low-level DINOv2 features provide rich, hallucination-resistant spatial conditioning.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frame_14.png · 14.50s]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image is encoded into latent space by the pretrained encoder.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frame_15.png · 15.50s]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Gaussian noise is added to the latent representation.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frame_16.png · 16.50s]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are added and carried forward.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frame_17.png · 17.50s]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yields the noised latent vector.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frame_18.png · 18.50s]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diffusion U-Net is trained from scratch with DINOv2 feature conditioning.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frame_19.png · 19.50s]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predicts the added noise, learning fine structural priors.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frame_20.png · 20.50s]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Panel C shows single-image super-resolution adaptation using the text-to-image foundation model.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frame_21.png · 21.50s]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low-resolution input image is fed into the system.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frame_22.png · 22.50s]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RAM captioning module generates descriptive text tags for the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frame_23.png · 23.50s]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descriptive caption is fed to the text encoder.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frame_24.png · 24.50s]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text encoder converts the caption into conditioning vectors.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frame_25.png · 25.50s]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image encoder maps the low-resolution input into latent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frame_26.png · 26.50s]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Low-rank adaptation fine-tunes the encoder for super-resolution.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frame_27.png · 27.50s]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resulting latent feature is passed to the diffusion backbone.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frame_28.png · 28.50s]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previously trained diffusion U-Net is frozen.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frame_29.png · 29.50s]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LoRA layers adapt the U-Net for single-step restoration.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frame_30.png · 30.50s]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denoised latent feature is reconstructed.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frame_31.png · 31.50s]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pretrained decoder maps the latent feature back to pixel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frame_32.png · 32.50s]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generates the super-resolved high-resolution output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frame_33.png · 33.50s]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Panel D demonstrates super-resolution leveraging the feature-to-image foundation model.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frame_34.png · 34.50s]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low-resolution input image is provided to the pipeline.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frame_35.png · 35.50s]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frozen DINOv2 model processes the low-resolution image directly.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frame_36.png · 36.50s]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produces detailed visual features that closely match high-resolution references.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frame_37.png · 37.50s]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low-resolution image is concurrently passed to the latent encoder.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frame_38.png · 38.50s]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Encoder LoRA parameters are optimized during fine-tuning.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frame_39.png · 39.50s]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latent representation is fed to the diffusion backbone.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frame_40.png · 40.50s]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frozen U-Net guides generative synthesis based on DINOv2 conditioning.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frame_41.png · 41.50s]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LoRA weights adapt the U-Net for single-step restoration.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frame_42.png · 42.50s]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high-fidelity denoised latent is predicted.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frame_43.png · 43.50s]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pretrained decoder converts the latent back into image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frame_44.png · 44.50s]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Producing a super-resolved image with natural textures and minimal artifacts.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arch_arxiv_ai_2025_000000151 · frame_45.png · 45.50s]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555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46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arch_arxiv_ai_2025_000000151</dc:title>
  <dc:creator>AnimateBanana</dc:creator>
  <cp:lastModifiedBy>AnimateBanana</cp:lastModifiedBy>
</cp:coreProperties>
</file>