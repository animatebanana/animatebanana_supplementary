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790311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tracking framework begins by receiving historical bounding boxes along with consecutive template and search point clouds.</a:t>
            </a:r>
          </a:p>
          <a:p>
            <a:r>
              <a:t>[Alpha Masking · SciMMIR_arch_diff_000000256 · frame_00.png · 1.50s]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Stage One, the sequence of past bounding boxes is converted into a history motion vector representing prior trajectories.</a:t>
            </a:r>
          </a:p>
          <a:p>
            <a:r>
              <a:t>[Alpha Masking · SciMMIR_arch_diff_000000256 · frame_01.png · 4.50s]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history vector is processed by a box motion encoder to capture global temporal patterns and suppress noise.</a:t>
            </a:r>
          </a:p>
          <a:p>
            <a:r>
              <a:t>[Alpha Masking · SciMMIR_arch_diff_000000256 · frame_02.png · 7.50s]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box motion decoder then predicts the subsequent movement using learned temporal tokens.</a:t>
            </a:r>
          </a:p>
          <a:p>
            <a:r>
              <a:t>[Alpha Masking · SciMMIR_arch_diff_000000256 · frame_04.png · 9.00s]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yields a coarse estimate of the current motion vector for the target center.</a:t>
            </a:r>
          </a:p>
          <a:p>
            <a:r>
              <a:t>[Alpha Masking · SciMMIR_arch_diff_000000256 · frame_05.png · 13.50s]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Stage Two, weight-shared three-dimensional sparse convolution backbones extract geometric features from the template and search point clouds.</a:t>
            </a:r>
          </a:p>
          <a:p>
            <a:r>
              <a:t>[Alpha Masking · SciMMIR_arch_diff_000000256 · frame_06.png · 16.50s]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Voxel features are transformed into bird's-eye-view representations and processed through top-down feature interaction to learn multi-scale spatial relations.</a:t>
            </a:r>
          </a:p>
          <a:p>
            <a:r>
              <a:t>[Alpha Masking · SciMMIR_arch_diff_000000256 · frame_07.png · 19.50s]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bottom-up interaction stream then aggregates and re-weights these multi-scale features using deformable attention.</a:t>
            </a:r>
          </a:p>
          <a:p>
            <a:r>
              <a:t>[Alpha Masking · SciMMIR_arch_diff_000000256 · frame_08.png · 22.50s]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produces refined motion-aware feature maps for both the search and template regions.</a:t>
            </a:r>
          </a:p>
          <a:p>
            <a:r>
              <a:t>[Alpha Masking · SciMMIR_arch_diff_000000256 · frame_09.png · 25.50s]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iterative refinement module, the coarse motion vector initializes a motion map while motion-aware features undergo feature matching.</a:t>
            </a:r>
          </a:p>
          <a:p>
            <a:r>
              <a:t>[Alpha Masking · SciMMIR_arch_diff_000000256 · frame_10.png · 28.50s]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correlation volume is generated to iteratively sample geometric correspondences and refine the planar motion map.</a:t>
            </a:r>
          </a:p>
          <a:p>
            <a:r>
              <a:t>[Alpha Masking · SciMMIR_arch_diff_000000256 · frame_12.png · 30.00s]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Concurrently, the regression head predicts the vertical position and heading angle from the search features.</a:t>
            </a:r>
          </a:p>
          <a:p>
            <a:r>
              <a:t>[Alpha Masking · SciMMIR_arch_diff_000000256 · frame_13.png · 34.50s]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Finally, combining the refined horizontal offsets with the vertical coordinate and orientation outputs the predicted current three-dimensional bounding box.</a:t>
            </a:r>
          </a:p>
          <a:p>
            <a:r>
              <a:t>[Alpha Masking · SciMMIR_arch_diff_000000256 · frame_15.png · 36.00s]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1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1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1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1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AnimateBanana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AnimateBanana — Alpha Masking — SciMMIR_arch_diff_000000256</dc:title>
  <dc:creator>AnimateBanana</dc:creator>
  <cp:lastModifiedBy>AnimateBanana</cp:lastModifiedBy>
</cp:coreProperties>
</file>