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4047134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pipeline takes K-shot support images and a query image as inputs, referencing the aggregation, tensor shape, and path notations shown in the legend.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WACV_2022_set5_000008 · frame_00.png · 0.50s]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Both the support and query images are fed into parallel Backbone Networks for feature extraction.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WACV_2022_set5_000008 · frame_01.png · 1.00s]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the support stream, RoI pooling is performed using the support image ground truth boxes to extract pooled feature tensors.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WACV_2022_set5_000008 · frame_02.png · 1.50s]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query features then combine with the support branch at an aggregation operation labeled Q S A.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WACV_2022_set5_000008 · frame_03.png · 2.00s]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aggregated output flows into the R P N, followed by RoI pooling on the query feature stream.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WACV_2022_set5_000008 · frame_04.png · 2.50s]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These pooled query representations merge with the upper support features at the aggregation module labeled Q R A.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WACV_2022_set5_000008 · frame_05.png · 3.00s]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Finally, the combined features pass into the RoI Head, generating the final detection bounding boxes on the query image.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WACV_2022_set5_000008 · frame_06.png · 3.50s]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471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471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471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471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471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471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471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Progressive Reveal — WACV_2022_set5_000008</dc:title>
  <dc:creator>AnimateBanana</dc:creator>
  <cp:lastModifiedBy>AnimateBanana</cp:lastModifiedBy>
</cp:coreProperties>
</file>