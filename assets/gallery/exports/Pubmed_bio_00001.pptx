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108861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chronic hyperglycemic conditions, elevated levels of extracellular glucose accumulate outside the cell membrane.</a:t>
            </a:r>
          </a:p>
          <a:p>
            <a:r>
              <a:t>[Alpha Masking · Pubmed_bio_00001 · frame_00.png · 0.000s]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excess glucose is transported across the membrane into the cytoplasm, significantly increasing intracellular glucose availability.</a:t>
            </a:r>
          </a:p>
          <a:p>
            <a:r>
              <a:t>[Alpha Masking · Pubmed_bio_00001 · frame_01.png · 0.500s]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Intracellular glucose enters the glycolytic pathway, where it is sequentially metabolized into glucose-6-phosphate and fructose-6-phosphate.</a:t>
            </a:r>
          </a:p>
          <a:p>
            <a:r>
              <a:t>[Alpha Masking · Pubmed_bio_00001 · frame_02.png · 1.000s]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Glycolysis progresses from fructose-6-phosphate to glyceraldehyde-3-phosphate, eventually yielding pyruvic acid to feed the citric acid cycle.</a:t>
            </a:r>
          </a:p>
          <a:p>
            <a:r>
              <a:t>[Alpha Masking · Pubmed_bio_00001 · frame_03.png · 1.500s]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Excess glyceraldehyde-3-phosphate diverts into synthesizing diacylglycerol via DHAP and phosphatidic acid, activating protein kinase C to drive endothelial dysfunction and inflammation.</a:t>
            </a:r>
          </a:p>
          <a:p>
            <a:r>
              <a:t>[Alpha Masking · Pubmed_bio_00001 · frame_04.png · 2.000s]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Concurrently, fructose-6-phosphate enters the hexosamine pathway via GFAT, producing UDP-GlcNAc to increase protein O-glycosylation, which induces oxidative stress and impairs angiogenesis.</a:t>
            </a:r>
          </a:p>
          <a:p>
            <a:r>
              <a:t>[Alpha Masking · Pubmed_bio_00001 · frame_05.png · 2.500s]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Excess intracellular glucose is also shunted into the polyol pathway, where aldose reductase converts it to sorbitol while consuming NADPH, triggering osmotic stress and cellular damage.</a:t>
            </a:r>
          </a:p>
          <a:p>
            <a:r>
              <a:t>[Alpha Masking · Pubmed_bio_00001 · frame_06.png · 3.000s]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Sorbitol dehydrogenase then metabolizes sorbitol into fructose, further fueling reactive oxygen species generation, advanced glycation end-product (AGE) formation, and chronic inflammation.</a:t>
            </a:r>
          </a:p>
          <a:p>
            <a:r>
              <a:t>[Alpha Masking · Pubmed_bio_00001 · frame_07.png · 3.500s]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interconnected pathological pathways collectively disrupt normal cellular defense and repair mechanisms in peripheral tissues.</a:t>
            </a:r>
          </a:p>
          <a:p>
            <a:r>
              <a:t>[Alpha Masking · Pubmed_bio_00001 · frame_08.png · 4.000s]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cumulative burden of oxidative stress, inflammation, and vascular dysfunction ultimately compromises wound healing, resulting in diabetic foot ulcers.</a:t>
            </a:r>
          </a:p>
          <a:p>
            <a:r>
              <a:t>[Alpha Masking · Pubmed_bio_00001 · frame_09.png · 4.500s]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886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Pubmed_bio_00001</dc:title>
  <dc:creator>AnimateBanana</dc:creator>
  <cp:lastModifiedBy>AnimateBanana</cp:lastModifiedBy>
</cp:coreProperties>
</file>