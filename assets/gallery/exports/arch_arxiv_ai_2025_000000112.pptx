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525966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framework begins with the Sensing and Measuring Devices, which capture physical data from the building environment.</a:t>
            </a:r>
          </a:p>
          <a:p>
            <a:r>
              <a:t>[Alpha Masking · arch_arxiv_ai_2025_000000112 · frame_00.png · 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devices continuously feed real-time data into the central Smart Home hub, establishing the baseline environmental and energy states.</a:t>
            </a:r>
          </a:p>
          <a:p>
            <a:r>
              <a:t>[Alpha Masking · arch_arxiv_ai_2025_000000112 · frame_01.png ·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Perception module acts as the sensory interface, receiving raw multimodal information from the Smart Home.</a:t>
            </a:r>
          </a:p>
          <a:p>
            <a:r>
              <a:t>[Alpha Masking · arch_arxiv_ai_2025_000000112 · frame_02.png ·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information is processed and routed to the Brain module, which serves as the central computational and decision-making layer.</a:t>
            </a:r>
          </a:p>
          <a:p>
            <a:r>
              <a:t>[Alpha Masking · arch_arxiv_ai_2025_000000112 · frame_03.png ·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Based on the Brain's decisions, the Actions module translates plans into physical device controls and user interactions.</a:t>
            </a:r>
          </a:p>
          <a:p>
            <a:r>
              <a:t>[Alpha Masking · arch_arxiv_ai_2025_000000112 · frame_04.png · 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actions are executed back in the Smart Home, completing the closed feedback loop.</a:t>
            </a:r>
          </a:p>
          <a:p>
            <a:r>
              <a:t>[Alpha Masking · arch_arxiv_ai_2025_000000112 · frame_05.png · 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the center of this loop is the BEM AI Agent, coordinating perception, reasoning, and action to optimize energy management.</a:t>
            </a:r>
          </a:p>
          <a:p>
            <a:r>
              <a:t>[Alpha Masking · arch_arxiv_ai_2025_000000112 · frame_06.png · 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closer at the sensing layer, it includes motion sensors, temperature and humidity sensors, and smart electricity meters.</a:t>
            </a:r>
          </a:p>
          <a:p>
            <a:r>
              <a:t>[Alpha Masking · arch_arxiv_ai_2025_000000112 · frame_07.png · 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also monitors high-load assets like electric vehicles and various smart home appliances.</a:t>
            </a:r>
          </a:p>
          <a:p>
            <a:r>
              <a:t>[Alpha Masking · arch_arxiv_ai_2025_000000112 · frame_08.png · 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Additionally, the system tracks grid interactions and distributed energy resources, such as solar photovoltaic arrays.</a:t>
            </a:r>
          </a:p>
          <a:p>
            <a:r>
              <a:t>[Alpha Masking · arch_arxiv_ai_2025_000000112 · frame_09.png · 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Within the perception module, raw environmental information is structured and refined through API calls to generate clean, processed data.</a:t>
            </a:r>
          </a:p>
          <a:p>
            <a:r>
              <a:t>[Alpha Masking · arch_arxiv_ai_2025_000000112 · frame_10.png · 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brain module stores this data across three key layers: system profiles, historical energy databases, and long- or short-term memory.</a:t>
            </a:r>
          </a:p>
          <a:p>
            <a:r>
              <a:t>[Alpha Masking · arch_arxiv_ai_2025_000000112 · frame_11.png · 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Large Language Model processes these inputs via an API, executing reasoning and planning before summarizing key insights back into long-term memory.</a:t>
            </a:r>
          </a:p>
          <a:p>
            <a:r>
              <a:t>[Alpha Masking · arch_arxiv_ai_2025_000000112 · frame_12.png · 13]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the action module executes these plans by generating text and charts for the user, or calling APIs to issue direct device execution commands.</a:t>
            </a:r>
          </a:p>
          <a:p>
            <a:r>
              <a:t>[Alpha Masking · arch_arxiv_ai_2025_000000112 · frame_13.png · 14]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2596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2596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259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2596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2596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2596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2596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2596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2596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2596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2596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2596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2596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2596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AnimateBanana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Alpha Masking — arch_arxiv_ai_2025_000000112</dc:title>
  <dc:creator>AnimateBanana</dc:creator>
  <cp:lastModifiedBy>AnimateBanana</cp:lastModifiedBy>
</cp:coreProperties>
</file>