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596332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high-level overview of the Animate Banana pipeline, which automatically transforms static process-oriented diagrams into animated narratives.</a:t>
            </a:r>
          </a:p>
          <a:p>
            <a:r>
              <a:t>[Progressive Reveal · pipeline_animated · frame_00.png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one is the Diagram Transmuter, which converts the input diagram into animation-aware diagram code.</a:t>
            </a:r>
          </a:p>
          <a:p>
            <a:r>
              <a:t>[Progressive Reveal · pipeline_animated · frame_01.png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process begins with a static input diagram.</a:t>
            </a:r>
          </a:p>
          <a:p>
            <a:r>
              <a:t>[Progressive Reveal · pipeline_animated · frame_02.png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input diagram is fed directly into the Diagram Transmuter.</a:t>
            </a:r>
          </a:p>
          <a:p>
            <a:r>
              <a:t>[Progressive Reveal · pipeline_animated · frame_03.png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Inside, a specialized converter agent generates an initial code representation, assigning persistent semantic identifiers to all animatable elements.</a:t>
            </a:r>
          </a:p>
          <a:p>
            <a:r>
              <a:t>[Progressive Reveal · pipeline_animated · frame_04.png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produces an initial draft of the animation-aware diagram code.</a:t>
            </a:r>
          </a:p>
          <a:p>
            <a:r>
              <a:t>[Progressive Reveal · pipeline_animated · frame_05.png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critic agent then evaluates the rendered code against the original diagram, providing iterative feedback to the converter to refine the code's visual and structural fidelity.</a:t>
            </a:r>
          </a:p>
          <a:p>
            <a:r>
              <a:t>[Progressive Reveal · pipeline_animated · frame_06.png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Simultaneously, a raster integrator extracts complex visual regions, such as photographs or plots, and inserts them directly into the code to preserve them without reconstruction.</a:t>
            </a:r>
          </a:p>
          <a:p>
            <a:r>
              <a:t>[Progressive Reveal · pipeline_animated · frame_07.png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output of this stage is the refined animation-aware diagram code.</a:t>
            </a:r>
          </a:p>
          <a:p>
            <a:r>
              <a:t>[Progressive Reveal · pipeline_animated · frame_08.png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two is the Animation Planner, which designs a structured presentation and narration plan.</a:t>
            </a:r>
          </a:p>
          <a:p>
            <a:r>
              <a:t>[Progressive Reveal · pipeline_animated · frame_09.png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stage takes the diagram, optional auxiliary context, the user-specified animation style, and the generated diagram code as inputs.</a:t>
            </a:r>
          </a:p>
          <a:p>
            <a:r>
              <a:t>[Progressive Reveal · pipeline_animated · frame_10.png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a parser processes the diagram code.</a:t>
            </a:r>
          </a:p>
          <a:p>
            <a:r>
              <a:t>[Progressive Reveal · pipeline_animated · frame_11.png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abstracts away rendering details to produce a structured XML representation of the diagram's entities and relationships.</a:t>
            </a:r>
          </a:p>
          <a:p>
            <a:r>
              <a:t>[Progressive Reveal · pipeline_animated · frame_12.png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sequencer agent then reasons over this XML to construct an initial presentation sequence, determining the grouping and traversal order of elements.</a:t>
            </a:r>
          </a:p>
          <a:p>
            <a:r>
              <a:t>[Progressive Reveal · pipeline_animated · frame_13.png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sequence critic evaluates this plan for coverage and coherence, guiding the sequencer through iterative refinement.</a:t>
            </a:r>
          </a:p>
          <a:p>
            <a:r>
              <a:t>[Progressive Reveal · pipeline_animated · frame_14.png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results in a validated animation sequence draft, tailored to the chosen animation style.</a:t>
            </a:r>
          </a:p>
          <a:p>
            <a:r>
              <a:t>[Progressive Reveal · pipeline_animated · frame_15.png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a narration drafter generates synchronized explanatory text for each step, utilizing any available auxiliary context to enrich the descriptions.</a:t>
            </a:r>
          </a:p>
          <a:p>
            <a:r>
              <a:t>[Progressive Reveal · pipeline_animated · frame_16.png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produces the narration-infused animation sequence, coupling visual steps with spoken explanations.</a:t>
            </a:r>
          </a:p>
          <a:p>
            <a:r>
              <a:t>[Progressive Reveal · pipeline_animated · frame_17.png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three is the Diagram Animator, which synthesizes the final animated narrative.</a:t>
            </a:r>
          </a:p>
          <a:p>
            <a:r>
              <a:t>[Progressive Reveal · pipeline_animated · frame_18.png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ingests the original diagram, the chosen animation style, the narration-infused sequence, and the diagram code.</a:t>
            </a:r>
          </a:p>
          <a:p>
            <a:r>
              <a:t>[Progressive Reveal · pipeline_animated · frame_19.png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animation designer agent generates an initial executable animation program based on these inputs.</a:t>
            </a:r>
          </a:p>
          <a:p>
            <a:r>
              <a:t>[Progressive Reveal · pipeline_animated · frame_20.png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animation critic evaluates the rendered frames against the source diagram, using a critic memory of past feedback to correct visual and temporal errors.</a:t>
            </a:r>
          </a:p>
          <a:p>
            <a:r>
              <a:t>[Progressive Reveal · pipeline_animated · frame_21.png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iterative process refines the executable animation code.</a:t>
            </a:r>
          </a:p>
          <a:p>
            <a:r>
              <a:t>[Progressive Reveal · pipeline_animated · frame_22.png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validated, an animation exporter renders the frames into the target presentation format.</a:t>
            </a:r>
          </a:p>
          <a:p>
            <a:r>
              <a:t>[Progressive Reveal · pipeline_animated · frame_23.png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parallel, a narration integrator uses speech synthesis to align the step-level narration with the corresponding visual states.</a:t>
            </a:r>
          </a:p>
          <a:p>
            <a:r>
              <a:t>[Progressive Reveal · pipeline_animated · frame_24.png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ensures that the visual transitions and audio explanations are perfectly synchronized.</a:t>
            </a:r>
          </a:p>
          <a:p>
            <a:r>
              <a:t>[Progressive Reveal · pipeline_animated · frame_25.png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output is a styled visual narrative, ready to be deployed across multiple formats such as MP4, PDF, or PowerPoint.</a:t>
            </a:r>
          </a:p>
          <a:p>
            <a:r>
              <a:t>[Progressive Reveal · pipeline_animated · frame_26.png ·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633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AnimateBanana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pipeline_animated</dc:title>
  <dc:creator>AnimateBanana</dc:creator>
  <cp:lastModifiedBy>AnimateBanana</cp:lastModifiedBy>
</cp:coreProperties>
</file>