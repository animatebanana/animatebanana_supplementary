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48754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pipeline begins in the first section with multiple camera views and their corresponding foreground object masks.</a:t>
            </a:r>
          </a:p>
          <a:p>
            <a:r>
              <a:t>[Alpha Masking · CVPR_2025_pipe00004 · frame_00.png · 1.00s]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inputs are used to construct an initial set of three-dimensional Gaussians containing the statue.</a:t>
            </a:r>
          </a:p>
          <a:p>
            <a:r>
              <a:t>[Alpha Masking · CVPR_2025_pipe00004 · frame_01.png · 3.00s]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Depth maps are then rendered across the set of camera viewpoints.</a:t>
            </a:r>
          </a:p>
          <a:p>
            <a:r>
              <a:t>[Alpha Masking · CVPR_2025_pipe00004 · frame_02.png · 5.00s]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Entering the depth-guided mask inference stage, reference and secondary views are paired with their respective masks.</a:t>
            </a:r>
          </a:p>
          <a:p>
            <a:r>
              <a:t>[Alpha Masking · CVPR_2025_pipe00004 · frame_03.png · 7.00s]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Applying these masks isolates the visible background regions for both viewpoints.</a:t>
            </a:r>
          </a:p>
          <a:p>
            <a:r>
              <a:t>[Alpha Masking · CVPR_2025_pipe00004 · frame_04.png · 9.00s]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depth from the second view, background content is projected onto the reference view.</a:t>
            </a:r>
          </a:p>
          <a:p>
            <a:r>
              <a:t>[Alpha Masking · CVPR_2025_pipe00004 · frame_05.png · 11.00s]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determines the final depth-guided inpainting mask for the reference view.</a:t>
            </a:r>
          </a:p>
          <a:p>
            <a:r>
              <a:t>[Alpha Masking · CVPR_2025_pipe00004 · frame_06.png · 13.00s]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mask is transferred into the final inpainting-guided refinement stage.</a:t>
            </a:r>
          </a:p>
          <a:p>
            <a:r>
              <a:t>[Alpha Masking · CVPR_2025_pipe00004 · frame_07.png · 15.00s]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Inpainting is performed on the reference view to synthesize missing background color and depth.</a:t>
            </a:r>
          </a:p>
          <a:p>
            <a:r>
              <a:t>[Alpha Masking · CVPR_2025_pipe00004 · frame_08.png · 17.00s]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Depth-guided projection then lifts the inpainted reference view into a three-dimensional surface structure.</a:t>
            </a:r>
          </a:p>
          <a:p>
            <a:r>
              <a:t>[Alpha Masking · CVPR_2025_pipe00004 · frame_09.png · 19.00s]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structure initializes the refined Gaussians while projecting background information onto the remaining viewpoints.</a:t>
            </a:r>
          </a:p>
          <a:p>
            <a:r>
              <a:t>[Alpha Masking · CVPR_2025_pipe00004 · frame_10.png · 21.00s]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render loss on the reference view and cross-view loss on other rendered views supervise the refined scene.</a:t>
            </a:r>
          </a:p>
          <a:p>
            <a:r>
              <a:t>[Alpha Masking · CVPR_2025_pipe00004 · frame_11.png · 23.00s]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4875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4875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4875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4875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4875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4875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4875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4875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4875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4875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4875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4875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AnimateBanana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Alpha Masking — CVPR_2025_pipe00004</dc:title>
  <dc:creator>AnimateBanana</dc:creator>
  <cp:lastModifiedBy>AnimateBanana</cp:lastModifiedBy>
</cp:coreProperties>
</file>