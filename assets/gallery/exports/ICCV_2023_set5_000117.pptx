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3170224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The pipeline begins with the editing guidance generation stage to convert user edits into supervision signals that can later guide the model during training.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[Progressive Reveal · ICCV_2023_set5_000117 · frame_00.png · 0.50s]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A pretrained teacher model encapsulates the original neural radiance field of the reconstructed scene. It therefore provides a reliable reference that can be queried to determine what the edited scene should look like.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[Progressive Reveal · ICCV_2023_set5_000117 · frame_01.png · 1.00s]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When a user interactively edits a region, such as scaling an object, a spatial mapping function is established, which helps to understand the relationship between the edited space and the original scene.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[Progressive Reveal · ICCV_2023_set5_000117 · frame_02.png · 1.50s]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Sampled points and ray directions in the edited target space are mapped back to the source space, querying the teacher model to obtain color and density guidance.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[Progressive Reveal · ICCV_2023_set5_000117 · frame_03.png · 2.00s]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This generated guidance is then transferred to a two-stage student training framework designed for instant preview.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[Progressive Reveal · ICCV_2023_set5_000117 · frame_04.png · 2.50s]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A local loss focuses specifically on the edited object or region, ensuring that the requested modification is learned correctly. At the same time, a global loss considers the scene as a whole, helping the model maintain consistency with everything outside the edited region.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[Progressive Reveal · ICCV_2023_set5_000117 · frame_05.png · 3.00s]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During local pretraining, only local feature parameters are updated while decoder weights remain frozen, enabling instant preview within one second.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[Progressive Reveal · ICCV_2023_set5_000117 · frame_06.png · 3.50s]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In the second stage, global fine-tuning refines the entire scene network using full supervision from teacher inference, allowing the model to adjust both the edited region and the surrounding scene for a more consistent and fully converged result.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[Progressive Reveal · ICCV_2023_set5_000117 · frame_07.png · 4.00s]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The resulting student model delivers fully converged, high-fidelity rendering of the edited 3D scene.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[Progressive Reveal · ICCV_2023_set5_000117 · frame_08.png · 4.50s]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317022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317022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317022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317022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317022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317022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317022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317022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317022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AnimateBanana">
  <a:themeElements>
    <a:clrScheme name="ab">
      <a:dk1>
        <a:sysClr val="windowText" lastClr="000000"/>
      </a:dk1>
      <a:lt1>
        <a:sysClr val="window" lastClr="FFFFFF"/>
      </a:lt1>
      <a:dk2>
        <a:srgbClr val="1B2838"/>
      </a:dk2>
      <a:lt2>
        <a:srgbClr val="F5F5F2"/>
      </a:lt2>
      <a:accent1>
        <a:srgbClr val="F2C14E"/>
      </a:accent1>
      <a:accent2>
        <a:srgbClr val="E8833A"/>
      </a:accent2>
      <a:accent3>
        <a:srgbClr val="4C9F70"/>
      </a:accent3>
      <a:accent4>
        <a:srgbClr val="3B7EA1"/>
      </a:accent4>
      <a:accent5>
        <a:srgbClr val="A14C7E"/>
      </a:accent5>
      <a:accent6>
        <a:srgbClr val="7E6BA1"/>
      </a:accent6>
      <a:hlink>
        <a:srgbClr val="3B7EA1"/>
      </a:hlink>
      <a:folHlink>
        <a:srgbClr val="7E6BA1"/>
      </a:folHlink>
    </a:clrScheme>
    <a:fontScheme name="ab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>
          <a:solidFill>
            <a:schemeClr val="phClr"/>
          </a:solidFill>
        </a:ln>
        <a:ln>
          <a:solidFill>
            <a:schemeClr val="phClr"/>
          </a:solidFill>
        </a:ln>
        <a:ln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AnimateBanana</Application>
  <Slides>9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AnimateBanana — Progressive Reveal — ICCV_2023_set5_000117</dc:title>
  <dc:creator>AnimateBanana</dc:creator>
  <cp:lastModifiedBy>AnimateBanana</cp:lastModifiedBy>
</cp:coreProperties>
</file>