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2625882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training pipeline begins with the Breast Cancer Image Dataset, providing source data for segmentation and classification workflows.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the segmentation branch, raw ultrasonography images are extracted from the dataset.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images enter the preprocessing stage,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where they undergo dimension scaling to 128 by 128 pixels followed by pixel normalization.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Simple Linear Iterative Clustering (SLIC) then clusters pixels into superpixels to mitigate noise.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clustered images are fed into a modified U-Net encoder-decoder network alongside ground truth masks.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Completing this training yields the trained segmentation model.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parallel, masked images and corresponding class labels are retrieved for detection training.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pre-trained VGG 16 model extracts deep spatial features from these masked ultrasound images.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Extracted features are processed through five fully connected dense layers with dropout and activations.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establishes the trained detection model for classifying tumor types.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frame_10.png · 5.50s]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trained components combine into the unified breast cancer detection pipelining framework.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Paper2Fig_pipe_diff_000000492 · frame_11.png · 6.00s]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62588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Paper2Fig_pipe_diff_000000492</dc:title>
  <dc:creator>AnimateBanana</dc:creator>
  <cp:lastModifiedBy>AnimateBanana</cp:lastModifiedBy>
</cp:coreProperties>
</file>