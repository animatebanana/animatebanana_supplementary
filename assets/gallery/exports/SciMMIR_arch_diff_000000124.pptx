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7982712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Pairs of experience observations are sampled from the replay buffer.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SciMMIR_arch_diff_000000124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Each sampled instance pairs raw observation frames with corresponding context parameters across different environment shifts.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SciMMIR_arch_diff_000000124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encoders map these contextual observations into a shared latent representation space.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SciMMIR_arch_diff_000000124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Conditioned on the policy's actions, probabilistic transition models predict the next-state distributions.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SciMMIR_arch_diff_000000124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Concurrently, reward models estimate expected scalar rewards for each latent state.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SciMMIR_arch_diff_000000124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bisimulation losses align latent representation distances with the combined reward differences and Wasserstein transition distances.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SciMMIR_arch_diff_000000124 · frame_05.png · 3.00s]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982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9827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9827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982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9827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982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Colour Pop — SciMMIR_arch_diff_000000124</dc:title>
  <dc:creator>AnimateBanana</dc:creator>
  <cp:lastModifiedBy>AnimateBanana</cp:lastModifiedBy>
</cp:coreProperties>
</file>