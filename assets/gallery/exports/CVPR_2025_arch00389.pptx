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702815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framework takes egocentric video inputs and derives local relative camera poses using visual odometry.</a:t>
            </a:r>
          </a:p>
          <a:p>
            <a:r>
              <a:t>[Colour Pop · CVPR_2025_arch00389 · frame_00.png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Exclusively during training, future observation frames are retrieved from the video stream.</a:t>
            </a:r>
          </a:p>
          <a:p>
            <a:r>
              <a:t>[Colour Pop · CVPR_2025_arch00389 · frame_01.png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frozen image encoder processes these future frames.</a:t>
            </a:r>
          </a:p>
          <a:p>
            <a:r>
              <a:t>[Colour Pop · CVPR_2025_arch00389 · frame_02.png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extracts future frame tokens to serve as reference targets for feature hallucination supervision.</a:t>
            </a:r>
          </a:p>
          <a:p>
            <a:r>
              <a:t>[Colour Pop · CVPR_2025_arch00389 · frame_03.png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both training and inference, past visual observation frames are sampled from the video input.</a:t>
            </a:r>
          </a:p>
          <a:p>
            <a:r>
              <a:t>[Colour Pop · CVPR_2025_arch00389 · frame_04.png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frozen image encoder extracts past frame tokens from these observations.</a:t>
            </a:r>
          </a:p>
          <a:p>
            <a:r>
              <a:t>[Colour Pop · CVPR_2025_arch00389 · frame_05.png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Simultaneously, relative poses from visual odometry supply past trajectories and target coordinates, which a multi-layer perceptron embeds into a coordinate token.</a:t>
            </a:r>
          </a:p>
          <a:p>
            <a:r>
              <a:t>[Colour Pop · CVPR_2025_arch00389 · frame_06.png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past frame tokens and the coordinate token combine to form the full input sequence.</a:t>
            </a:r>
          </a:p>
          <a:p>
            <a:r>
              <a:t>[Colour Pop · CVPR_2025_arch00389 · frame_07.png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transformer processes the combined sequence to model spatial and temporal dynamics.</a:t>
            </a:r>
          </a:p>
          <a:p>
            <a:r>
              <a:t>[Colour Pop · CVPR_2025_arch00389 · frame_08.png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transformer outputs contextual tokens directed to prediction heads and feature alignment.</a:t>
            </a:r>
          </a:p>
          <a:p>
            <a:r>
              <a:t>[Colour Pop · CVPR_2025_arch00389 · frame_09.png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auxiliary feature loss guides the transformer by aligning output tokens with the future frame representations.</a:t>
            </a:r>
          </a:p>
          <a:p>
            <a:r>
              <a:t>[Colour Pop · CVPR_2025_arch00389 · frame_10.png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action head decodes future action waypoints, optimized under the action loss function.</a:t>
            </a:r>
          </a:p>
          <a:p>
            <a:r>
              <a:t>[Colour Pop · CVPR_2025_arch00389 · frame_11.png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Concurrently, the arrival head estimates sub-goal arrival status, supervised by the arrival loss.</a:t>
            </a:r>
          </a:p>
          <a:p>
            <a:r>
              <a:t>[Colour Pop · CVPR_2025_arch00389 · frame_12.png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81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Colour Pop — CVPR_2025_arch00389</dc:title>
  <dc:creator>AnimateBanana</dc:creator>
  <cp:lastModifiedBy>AnimateBanana</cp:lastModifiedBy>
</cp:coreProperties>
</file>