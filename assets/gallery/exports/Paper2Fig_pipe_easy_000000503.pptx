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754436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begins with the training dataset, containing samples with fully observed, non-missing attributes.</a:t>
            </a:r>
          </a:p>
          <a:p>
            <a:r>
              <a:t>[Hopping Bbox · Paper2Fig_pipe_easy_000000503 · frame_00.png · 1.50s]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samples are used to train the treatment effect estimation model, fitting the outcome predictors.</a:t>
            </a:r>
          </a:p>
          <a:p>
            <a:r>
              <a:t>[Hopping Bbox · Paper2Fig_pipe_easy_000000503 · frame_01.png · 4.50s]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performance of the estimator is periodically evaluated on a hold-out test set.</a:t>
            </a:r>
          </a:p>
          <a:p>
            <a:r>
              <a:t>[Hopping Bbox · Paper2Fig_pipe_easy_000000503 · frame_02.png · 7.50s]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Meanwhile, unlabeled candidate samples with missing confounding attributes are maintained in the data pool.</a:t>
            </a:r>
          </a:p>
          <a:p>
            <a:r>
              <a:t>[Hopping Bbox · Paper2Fig_pipe_easy_000000503 · frame_03.png · 10.50s]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confounder acquisition strategy evaluates the pool, selecting instances based on covariate balancing or outcome estimation error.</a:t>
            </a:r>
          </a:p>
          <a:p>
            <a:r>
              <a:t>[Hopping Bbox · Paper2Fig_pipe_easy_000000503 · frame_04.png · 13.50s]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chosen batch forms the query set of prioritized samples.</a:t>
            </a:r>
          </a:p>
          <a:p>
            <a:r>
              <a:t>[Hopping Bbox · Paper2Fig_pipe_easy_000000503 · frame_05.png · 16.50s]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feature value collector retrieves the missing confounding values, adding the newly completed samples back into the training set for the next iteration.</a:t>
            </a:r>
          </a:p>
          <a:p>
            <a:r>
              <a:t>[Hopping Bbox · Paper2Fig_pipe_easy_000000503 · frame_06.png · 19.50s]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5443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5443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5443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5443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5443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5443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5443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Hopping Bbox — Paper2Fig_pipe_easy_000000503</dc:title>
  <dc:creator>AnimateBanana</dc:creator>
  <cp:lastModifiedBy>AnimateBanana</cp:lastModifiedBy>
</cp:coreProperties>
</file>