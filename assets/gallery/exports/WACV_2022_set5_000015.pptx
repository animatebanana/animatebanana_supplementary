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36576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the synthetic dataset preparation stage.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Fractal system parameters are sampled to construct diverse mathematical configurations.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sampled parameters are grouped together to define distinct synthetic classes for 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pre-training, an image generator renders fractal images on the fly from these parameter codes.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Generated batches of fractal patterns are fed directly into the vision model.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neural network backbone processes the batch to produce category predictions.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loss function evaluates the predictions against the synthetic target labels.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Gradients are backpropagated to update the backbone weights throughout pre-training.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downstream evaluation, real-world image recognition datasets are introduced.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pre-trained model is fine-tuned to achieve competitive performance across these real-world tasks.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WACV_2022_set5_000015 · frame_09.png · 5.00s]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Colour Pop — WACV_2022_set5_000015</dc:title>
  <dc:creator>AnimateBanana</dc:creator>
  <cp:lastModifiedBy>AnimateBanana</cp:lastModifiedBy>
</cp:coreProperties>
</file>